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0" r:id="rId1"/>
  </p:sldMasterIdLst>
  <p:sldIdLst>
    <p:sldId id="256" r:id="rId2"/>
  </p:sldIdLst>
  <p:sldSz cx="43891200" cy="329184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8F8F8"/>
    <a:srgbClr val="F37A00"/>
    <a:srgbClr val="FB7D15"/>
    <a:srgbClr val="DE741C"/>
    <a:srgbClr val="F59534"/>
    <a:srgbClr val="E89147"/>
    <a:srgbClr val="FB4F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2B463E-EF68-4F9F-AD83-F94778B972CF}" v="5" dt="2025-11-11T02:15:30.8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4963" autoAdjust="0"/>
    <p:restoredTop sz="94660" autoAdjust="0"/>
  </p:normalViewPr>
  <p:slideViewPr>
    <p:cSldViewPr showGuides="1">
      <p:cViewPr varScale="1">
        <p:scale>
          <a:sx n="17" d="100"/>
          <a:sy n="17" d="100"/>
        </p:scale>
        <p:origin x="1896" y="110"/>
      </p:cViewPr>
      <p:guideLst>
        <p:guide orient="horz" pos="10368"/>
        <p:guide pos="1382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7562B8-931F-4C76-8546-1B122ECB2C17}"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US"/>
        </a:p>
      </dgm:t>
    </dgm:pt>
    <dgm:pt modelId="{634A74B8-7397-4A18-BA75-3ADEA583D325}">
      <dgm:prSet custT="1"/>
      <dgm:spPr/>
      <dgm:t>
        <a:bodyPr/>
        <a:lstStyle/>
        <a:p>
          <a:r>
            <a:rPr lang="en-US" sz="2400" dirty="0">
              <a:latin typeface="Times New Roman" panose="02020603050405020304" pitchFamily="18" charset="0"/>
              <a:cs typeface="Times New Roman" panose="02020603050405020304" pitchFamily="18" charset="0"/>
            </a:rPr>
            <a:t>Data Collection</a:t>
          </a:r>
        </a:p>
      </dgm:t>
    </dgm:pt>
    <dgm:pt modelId="{84D96380-DCC7-48F7-89ED-413817372079}" type="parTrans" cxnId="{10B88825-DB39-4E44-B987-DC783B42A7D8}">
      <dgm:prSet/>
      <dgm:spPr/>
      <dgm:t>
        <a:bodyPr/>
        <a:lstStyle/>
        <a:p>
          <a:endParaRPr lang="en-US"/>
        </a:p>
      </dgm:t>
    </dgm:pt>
    <dgm:pt modelId="{262A05FE-7AD2-438F-B7B2-1C4D74383E87}" type="sibTrans" cxnId="{10B88825-DB39-4E44-B987-DC783B42A7D8}">
      <dgm:prSet/>
      <dgm:spPr>
        <a:ln w="34925">
          <a:solidFill>
            <a:schemeClr val="bg1"/>
          </a:solidFill>
        </a:ln>
      </dgm:spPr>
      <dgm:t>
        <a:bodyPr/>
        <a:lstStyle/>
        <a:p>
          <a:endParaRPr lang="en-US" dirty="0"/>
        </a:p>
      </dgm:t>
    </dgm:pt>
    <dgm:pt modelId="{8C9E43A4-20CF-4309-94D8-990EA8E91855}">
      <dgm:prSet custT="1"/>
      <dgm:spPr/>
      <dgm:t>
        <a:bodyPr/>
        <a:lstStyle/>
        <a:p>
          <a:r>
            <a:rPr lang="en-US" sz="2400" dirty="0">
              <a:latin typeface="Times New Roman" panose="02020603050405020304" pitchFamily="18" charset="0"/>
              <a:cs typeface="Times New Roman" panose="02020603050405020304" pitchFamily="18" charset="0"/>
            </a:rPr>
            <a:t>Preprocessing</a:t>
          </a:r>
          <a:endParaRPr lang="en-US" sz="2600" dirty="0">
            <a:latin typeface="Times New Roman" panose="02020603050405020304" pitchFamily="18" charset="0"/>
            <a:cs typeface="Times New Roman" panose="02020603050405020304" pitchFamily="18" charset="0"/>
          </a:endParaRPr>
        </a:p>
      </dgm:t>
    </dgm:pt>
    <dgm:pt modelId="{D984E39E-2FDD-4BE5-8BFB-8B02A40847D5}" type="parTrans" cxnId="{27A601A3-E41D-402B-96A2-7E9B7384FFA8}">
      <dgm:prSet/>
      <dgm:spPr/>
      <dgm:t>
        <a:bodyPr/>
        <a:lstStyle/>
        <a:p>
          <a:endParaRPr lang="en-US"/>
        </a:p>
      </dgm:t>
    </dgm:pt>
    <dgm:pt modelId="{BCD1149D-F912-46A6-A065-4DA6681C8178}" type="sibTrans" cxnId="{27A601A3-E41D-402B-96A2-7E9B7384FFA8}">
      <dgm:prSet/>
      <dgm:spPr>
        <a:ln w="34925">
          <a:solidFill>
            <a:schemeClr val="bg2"/>
          </a:solidFill>
        </a:ln>
      </dgm:spPr>
      <dgm:t>
        <a:bodyPr/>
        <a:lstStyle/>
        <a:p>
          <a:endParaRPr lang="en-US"/>
        </a:p>
      </dgm:t>
    </dgm:pt>
    <dgm:pt modelId="{AF2DBBDE-89B5-430E-871B-D45895733FC2}">
      <dgm:prSet custT="1"/>
      <dgm:spPr/>
      <dgm:t>
        <a:bodyPr/>
        <a:lstStyle/>
        <a:p>
          <a:r>
            <a:rPr lang="en-US" sz="2400" dirty="0">
              <a:latin typeface="Times New Roman" panose="02020603050405020304" pitchFamily="18" charset="0"/>
              <a:cs typeface="Times New Roman" panose="02020603050405020304" pitchFamily="18" charset="0"/>
            </a:rPr>
            <a:t>Embeddings:</a:t>
          </a:r>
        </a:p>
        <a:p>
          <a:r>
            <a:rPr lang="en-US" sz="2000" dirty="0">
              <a:latin typeface="Times New Roman" panose="02020603050405020304" pitchFamily="18" charset="0"/>
              <a:cs typeface="Times New Roman" panose="02020603050405020304" pitchFamily="18" charset="0"/>
            </a:rPr>
            <a:t> Word2Vec, GloVe, BERT</a:t>
          </a:r>
        </a:p>
      </dgm:t>
    </dgm:pt>
    <dgm:pt modelId="{051DF32E-C275-433C-ADD6-6726034DDE06}" type="parTrans" cxnId="{9C93F20E-226C-4C36-8E30-DED17E43F7A8}">
      <dgm:prSet/>
      <dgm:spPr/>
      <dgm:t>
        <a:bodyPr/>
        <a:lstStyle/>
        <a:p>
          <a:endParaRPr lang="en-US"/>
        </a:p>
      </dgm:t>
    </dgm:pt>
    <dgm:pt modelId="{4B76D999-1B2B-4B72-B81D-A85E3F2CDE82}" type="sibTrans" cxnId="{9C93F20E-226C-4C36-8E30-DED17E43F7A8}">
      <dgm:prSet/>
      <dgm:spPr>
        <a:ln w="34925">
          <a:solidFill>
            <a:schemeClr val="bg2"/>
          </a:solidFill>
        </a:ln>
      </dgm:spPr>
      <dgm:t>
        <a:bodyPr/>
        <a:lstStyle/>
        <a:p>
          <a:endParaRPr lang="en-US"/>
        </a:p>
      </dgm:t>
    </dgm:pt>
    <dgm:pt modelId="{1411F6FA-8A33-49DD-8F4F-F9192316F595}">
      <dgm:prSet custT="1"/>
      <dgm:spPr>
        <a:solidFill>
          <a:srgbClr val="5B9BD5">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9568" tIns="99568" rIns="99568" bIns="99568" numCol="1" spcCol="1270" anchor="ctr" anchorCtr="0"/>
        <a:lstStyle/>
        <a:p>
          <a:pPr marL="0" lvl="0" algn="ctr" defTabSz="622300">
            <a:lnSpc>
              <a:spcPct val="90000"/>
            </a:lnSpc>
            <a:spcBef>
              <a:spcPct val="0"/>
            </a:spcBef>
            <a:spcAft>
              <a:spcPct val="35000"/>
            </a:spcAft>
            <a:buNone/>
          </a:pPr>
          <a:r>
            <a:rPr lang="en-US" sz="2400" kern="1200" dirty="0">
              <a:solidFill>
                <a:prstClr val="white"/>
              </a:solidFill>
              <a:latin typeface="Times New Roman" panose="02020603050405020304" pitchFamily="18" charset="0"/>
              <a:ea typeface="+mn-ea"/>
              <a:cs typeface="Times New Roman" panose="02020603050405020304" pitchFamily="18" charset="0"/>
            </a:rPr>
            <a:t>Clustering:</a:t>
          </a:r>
        </a:p>
        <a:p>
          <a:pPr marL="0" lvl="0" algn="ctr" defTabSz="622300">
            <a:lnSpc>
              <a:spcPct val="90000"/>
            </a:lnSpc>
            <a:spcBef>
              <a:spcPct val="0"/>
            </a:spcBef>
            <a:spcAft>
              <a:spcPct val="35000"/>
            </a:spcAft>
            <a:buNone/>
          </a:pPr>
          <a:r>
            <a:rPr lang="en-US" sz="2000" kern="1200" dirty="0">
              <a:solidFill>
                <a:prstClr val="white"/>
              </a:solidFill>
              <a:latin typeface="Times New Roman" panose="02020603050405020304" pitchFamily="18" charset="0"/>
              <a:ea typeface="+mn-ea"/>
              <a:cs typeface="Times New Roman" panose="02020603050405020304" pitchFamily="18" charset="0"/>
            </a:rPr>
            <a:t>K-Means, </a:t>
          </a:r>
          <a:r>
            <a:rPr lang="en-US" altLang="en-US" sz="2000" kern="1200" dirty="0">
              <a:latin typeface="Times New Roman" panose="02020603050405020304" pitchFamily="18" charset="0"/>
              <a:cs typeface="Times New Roman" panose="02020603050405020304" pitchFamily="18" charset="0"/>
            </a:rPr>
            <a:t>Hierarchical</a:t>
          </a:r>
          <a:r>
            <a:rPr lang="en-US" sz="2000" kern="1200" dirty="0">
              <a:solidFill>
                <a:prstClr val="white"/>
              </a:solidFill>
              <a:latin typeface="Times New Roman" panose="02020603050405020304" pitchFamily="18" charset="0"/>
              <a:ea typeface="+mn-ea"/>
              <a:cs typeface="Times New Roman" panose="02020603050405020304" pitchFamily="18" charset="0"/>
            </a:rPr>
            <a:t> </a:t>
          </a:r>
        </a:p>
      </dgm:t>
    </dgm:pt>
    <dgm:pt modelId="{29148A3B-C277-467F-A60E-0FE4303A3636}" type="parTrans" cxnId="{0102D703-C42C-4069-9304-13D0C3195FB0}">
      <dgm:prSet/>
      <dgm:spPr/>
      <dgm:t>
        <a:bodyPr/>
        <a:lstStyle/>
        <a:p>
          <a:endParaRPr lang="en-US"/>
        </a:p>
      </dgm:t>
    </dgm:pt>
    <dgm:pt modelId="{EE288945-474F-49ED-8BCD-828FA2561AC3}" type="sibTrans" cxnId="{0102D703-C42C-4069-9304-13D0C3195FB0}">
      <dgm:prSet/>
      <dgm:spPr>
        <a:solidFill>
          <a:schemeClr val="bg2"/>
        </a:solidFill>
        <a:ln w="34925">
          <a:solidFill>
            <a:schemeClr val="bg2"/>
          </a:solidFill>
        </a:ln>
      </dgm:spPr>
      <dgm:t>
        <a:bodyPr/>
        <a:lstStyle/>
        <a:p>
          <a:endParaRPr lang="en-US" b="0">
            <a:solidFill>
              <a:schemeClr val="tx1"/>
            </a:solidFill>
          </a:endParaRPr>
        </a:p>
      </dgm:t>
    </dgm:pt>
    <dgm:pt modelId="{909CC868-A852-4C17-A039-BE2B1983C062}">
      <dgm:prSet custT="1"/>
      <dgm:spPr/>
      <dgm:t>
        <a:bodyPr/>
        <a:lstStyle/>
        <a:p>
          <a:r>
            <a:rPr lang="en-US" sz="2400" dirty="0">
              <a:latin typeface="Times New Roman" panose="02020603050405020304" pitchFamily="18" charset="0"/>
              <a:cs typeface="Times New Roman" panose="02020603050405020304" pitchFamily="18" charset="0"/>
            </a:rPr>
            <a:t>Evaluation:</a:t>
          </a:r>
        </a:p>
        <a:p>
          <a:r>
            <a:rPr lang="en-US" sz="2000" dirty="0">
              <a:latin typeface="Times New Roman" panose="02020603050405020304" pitchFamily="18" charset="0"/>
              <a:cs typeface="Times New Roman" panose="02020603050405020304" pitchFamily="18" charset="0"/>
            </a:rPr>
            <a:t>Silhouette Score, DB Index </a:t>
          </a:r>
        </a:p>
      </dgm:t>
    </dgm:pt>
    <dgm:pt modelId="{84841B9F-BB03-4A69-B2AC-BBEDF0F81F4B}" type="parTrans" cxnId="{B129FB0B-1F7F-4385-AE6B-0AB4EBFFDD39}">
      <dgm:prSet/>
      <dgm:spPr/>
      <dgm:t>
        <a:bodyPr/>
        <a:lstStyle/>
        <a:p>
          <a:endParaRPr lang="en-US"/>
        </a:p>
      </dgm:t>
    </dgm:pt>
    <dgm:pt modelId="{3F21E622-173D-471A-BC49-8512AE92B51C}" type="sibTrans" cxnId="{B129FB0B-1F7F-4385-AE6B-0AB4EBFFDD39}">
      <dgm:prSet/>
      <dgm:spPr>
        <a:ln w="34925">
          <a:solidFill>
            <a:schemeClr val="bg2"/>
          </a:solidFill>
        </a:ln>
      </dgm:spPr>
      <dgm:t>
        <a:bodyPr/>
        <a:lstStyle/>
        <a:p>
          <a:endParaRPr lang="en-US"/>
        </a:p>
      </dgm:t>
    </dgm:pt>
    <dgm:pt modelId="{BA161DC3-0B6D-4EB9-AF06-6FA8D4A6A97D}">
      <dgm:prSet custT="1"/>
      <dgm:spPr/>
      <dgm:t>
        <a:bodyPr/>
        <a:lstStyle/>
        <a:p>
          <a:r>
            <a:rPr lang="en-US" sz="2400" dirty="0">
              <a:latin typeface="Times New Roman" panose="02020603050405020304" pitchFamily="18" charset="0"/>
              <a:cs typeface="Times New Roman" panose="02020603050405020304" pitchFamily="18" charset="0"/>
            </a:rPr>
            <a:t>Insights</a:t>
          </a:r>
        </a:p>
      </dgm:t>
    </dgm:pt>
    <dgm:pt modelId="{020A785B-450E-49CE-AD88-0535D8372817}" type="parTrans" cxnId="{45FB6793-AF8A-4A94-A8C9-2CA262353E43}">
      <dgm:prSet/>
      <dgm:spPr/>
      <dgm:t>
        <a:bodyPr/>
        <a:lstStyle/>
        <a:p>
          <a:endParaRPr lang="en-US"/>
        </a:p>
      </dgm:t>
    </dgm:pt>
    <dgm:pt modelId="{34489409-EF09-407D-9550-B29651B544E5}" type="sibTrans" cxnId="{45FB6793-AF8A-4A94-A8C9-2CA262353E43}">
      <dgm:prSet/>
      <dgm:spPr/>
      <dgm:t>
        <a:bodyPr/>
        <a:lstStyle/>
        <a:p>
          <a:endParaRPr lang="en-US"/>
        </a:p>
      </dgm:t>
    </dgm:pt>
    <dgm:pt modelId="{1066946D-4D4A-4723-8AFA-EC58527BF1D7}">
      <dgm:prSet custT="1"/>
      <dgm:spPr>
        <a:solidFill>
          <a:srgbClr val="5B9BD5">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9568" tIns="99568" rIns="99568" bIns="99568" numCol="1" spcCol="1270" anchor="ctr" anchorCtr="0"/>
        <a:lstStyle/>
        <a:p>
          <a:pPr marL="0" lvl="0" algn="ctr" defTabSz="622300">
            <a:lnSpc>
              <a:spcPct val="90000"/>
            </a:lnSpc>
            <a:spcBef>
              <a:spcPct val="0"/>
            </a:spcBef>
            <a:spcAft>
              <a:spcPct val="35000"/>
            </a:spcAft>
            <a:buNone/>
          </a:pPr>
          <a:r>
            <a:rPr lang="en-US" sz="2400" kern="1200" dirty="0">
              <a:solidFill>
                <a:prstClr val="white"/>
              </a:solidFill>
              <a:latin typeface="Times New Roman" panose="02020603050405020304" pitchFamily="18" charset="0"/>
              <a:ea typeface="+mn-ea"/>
              <a:cs typeface="Times New Roman" panose="02020603050405020304" pitchFamily="18" charset="0"/>
            </a:rPr>
            <a:t>Dimensionality Reduction and Visualization:</a:t>
          </a:r>
        </a:p>
      </dgm:t>
    </dgm:pt>
    <dgm:pt modelId="{A0467388-BFCF-4C67-B6C7-18FF3C7A387B}" type="parTrans" cxnId="{08CD0575-5665-4689-8AFF-F3040F95637D}">
      <dgm:prSet/>
      <dgm:spPr/>
      <dgm:t>
        <a:bodyPr/>
        <a:lstStyle/>
        <a:p>
          <a:endParaRPr lang="en-US"/>
        </a:p>
      </dgm:t>
    </dgm:pt>
    <dgm:pt modelId="{3629BCA8-39D6-45A0-8AB3-E8D464FAD90B}" type="sibTrans" cxnId="{08CD0575-5665-4689-8AFF-F3040F95637D}">
      <dgm:prSet/>
      <dgm:spPr>
        <a:ln w="34925">
          <a:solidFill>
            <a:schemeClr val="bg2"/>
          </a:solidFill>
        </a:ln>
      </dgm:spPr>
      <dgm:t>
        <a:bodyPr/>
        <a:lstStyle/>
        <a:p>
          <a:endParaRPr lang="en-US"/>
        </a:p>
      </dgm:t>
    </dgm:pt>
    <dgm:pt modelId="{BAE2CCC5-4CF1-4038-A6B1-67C1061B6DC8}">
      <dgm:prSet custT="1"/>
      <dgm:spPr>
        <a:solidFill>
          <a:srgbClr val="5B9BD5">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9568" tIns="99568" rIns="99568" bIns="99568" numCol="1" spcCol="1270" anchor="ctr" anchorCtr="0"/>
        <a:lstStyle/>
        <a:p>
          <a:pPr marL="0" lvl="0" algn="ctr" defTabSz="622300">
            <a:lnSpc>
              <a:spcPct val="90000"/>
            </a:lnSpc>
            <a:spcBef>
              <a:spcPct val="0"/>
            </a:spcBef>
            <a:spcAft>
              <a:spcPct val="35000"/>
            </a:spcAft>
            <a:buNone/>
          </a:pPr>
          <a:r>
            <a:rPr lang="en-US" sz="2400" kern="1200" dirty="0">
              <a:solidFill>
                <a:prstClr val="white"/>
              </a:solidFill>
              <a:latin typeface="Times New Roman" panose="02020603050405020304" pitchFamily="18" charset="0"/>
              <a:ea typeface="+mn-ea"/>
              <a:cs typeface="Times New Roman" panose="02020603050405020304" pitchFamily="18" charset="0"/>
            </a:rPr>
            <a:t> </a:t>
          </a:r>
          <a:r>
            <a:rPr lang="en-US" sz="2000" kern="1200" dirty="0">
              <a:solidFill>
                <a:prstClr val="white"/>
              </a:solidFill>
              <a:latin typeface="Times New Roman" panose="02020603050405020304" pitchFamily="18" charset="0"/>
              <a:ea typeface="+mn-ea"/>
              <a:cs typeface="Times New Roman" panose="02020603050405020304" pitchFamily="18" charset="0"/>
            </a:rPr>
            <a:t>PCA, t-SNE</a:t>
          </a:r>
        </a:p>
      </dgm:t>
    </dgm:pt>
    <dgm:pt modelId="{CF033CFD-4A17-4E7A-B44D-4B3038B8FC4C}" type="parTrans" cxnId="{381167DC-D4D7-4106-AF87-BEF33154E05A}">
      <dgm:prSet/>
      <dgm:spPr/>
      <dgm:t>
        <a:bodyPr/>
        <a:lstStyle/>
        <a:p>
          <a:endParaRPr lang="en-US"/>
        </a:p>
      </dgm:t>
    </dgm:pt>
    <dgm:pt modelId="{08D6EB46-6822-4B61-B492-A168D0D38F5A}" type="sibTrans" cxnId="{381167DC-D4D7-4106-AF87-BEF33154E05A}">
      <dgm:prSet/>
      <dgm:spPr/>
      <dgm:t>
        <a:bodyPr/>
        <a:lstStyle/>
        <a:p>
          <a:endParaRPr lang="en-US"/>
        </a:p>
      </dgm:t>
    </dgm:pt>
    <dgm:pt modelId="{448D33FE-C17A-46E4-9557-2E8AAD27C99A}" type="pres">
      <dgm:prSet presAssocID="{D47562B8-931F-4C76-8546-1B122ECB2C17}" presName="Name0" presStyleCnt="0">
        <dgm:presLayoutVars>
          <dgm:dir/>
          <dgm:resizeHandles val="exact"/>
        </dgm:presLayoutVars>
      </dgm:prSet>
      <dgm:spPr/>
    </dgm:pt>
    <dgm:pt modelId="{AD8BA690-BBE5-418F-9A87-CD51BAA622BB}" type="pres">
      <dgm:prSet presAssocID="{634A74B8-7397-4A18-BA75-3ADEA583D325}" presName="node" presStyleLbl="node1" presStyleIdx="0" presStyleCnt="7" custScaleY="117607">
        <dgm:presLayoutVars>
          <dgm:bulletEnabled val="1"/>
        </dgm:presLayoutVars>
      </dgm:prSet>
      <dgm:spPr/>
    </dgm:pt>
    <dgm:pt modelId="{CC55DF75-5D33-40EB-9631-CC86443BEA3F}" type="pres">
      <dgm:prSet presAssocID="{262A05FE-7AD2-438F-B7B2-1C4D74383E87}" presName="sibTrans" presStyleLbl="sibTrans1D1" presStyleIdx="0" presStyleCnt="6"/>
      <dgm:spPr/>
    </dgm:pt>
    <dgm:pt modelId="{005ED12D-3813-44C5-A7C9-BF50087F5AD4}" type="pres">
      <dgm:prSet presAssocID="{262A05FE-7AD2-438F-B7B2-1C4D74383E87}" presName="connectorText" presStyleLbl="sibTrans1D1" presStyleIdx="0" presStyleCnt="6"/>
      <dgm:spPr/>
    </dgm:pt>
    <dgm:pt modelId="{F6D78CF6-F3B4-43D8-9909-C08A507AFDE7}" type="pres">
      <dgm:prSet presAssocID="{8C9E43A4-20CF-4309-94D8-990EA8E91855}" presName="node" presStyleLbl="node1" presStyleIdx="1" presStyleCnt="7" custScaleY="117607">
        <dgm:presLayoutVars>
          <dgm:bulletEnabled val="1"/>
        </dgm:presLayoutVars>
      </dgm:prSet>
      <dgm:spPr/>
    </dgm:pt>
    <dgm:pt modelId="{A4BAC286-81BA-418B-84A1-0D8C9027D6CF}" type="pres">
      <dgm:prSet presAssocID="{BCD1149D-F912-46A6-A065-4DA6681C8178}" presName="sibTrans" presStyleLbl="sibTrans1D1" presStyleIdx="1" presStyleCnt="6"/>
      <dgm:spPr/>
    </dgm:pt>
    <dgm:pt modelId="{66746808-2E83-4BE2-8790-928801BA8CD0}" type="pres">
      <dgm:prSet presAssocID="{BCD1149D-F912-46A6-A065-4DA6681C8178}" presName="connectorText" presStyleLbl="sibTrans1D1" presStyleIdx="1" presStyleCnt="6"/>
      <dgm:spPr/>
    </dgm:pt>
    <dgm:pt modelId="{062BD409-6A78-4BBD-8F64-3DA17A8D2A3A}" type="pres">
      <dgm:prSet presAssocID="{AF2DBBDE-89B5-430E-871B-D45895733FC2}" presName="node" presStyleLbl="node1" presStyleIdx="2" presStyleCnt="7" custScaleY="117607">
        <dgm:presLayoutVars>
          <dgm:bulletEnabled val="1"/>
        </dgm:presLayoutVars>
      </dgm:prSet>
      <dgm:spPr/>
    </dgm:pt>
    <dgm:pt modelId="{E4E0A7E5-EAE3-4848-BA5D-338BEFCCB0D4}" type="pres">
      <dgm:prSet presAssocID="{4B76D999-1B2B-4B72-B81D-A85E3F2CDE82}" presName="sibTrans" presStyleLbl="sibTrans1D1" presStyleIdx="2" presStyleCnt="6"/>
      <dgm:spPr/>
    </dgm:pt>
    <dgm:pt modelId="{8DE1BCBE-A8CB-47CD-BB3A-49D2FDACCF7C}" type="pres">
      <dgm:prSet presAssocID="{4B76D999-1B2B-4B72-B81D-A85E3F2CDE82}" presName="connectorText" presStyleLbl="sibTrans1D1" presStyleIdx="2" presStyleCnt="6"/>
      <dgm:spPr/>
    </dgm:pt>
    <dgm:pt modelId="{39BFD459-0A36-41CC-B5F5-FF68471D66F3}" type="pres">
      <dgm:prSet presAssocID="{1411F6FA-8A33-49DD-8F4F-F9192316F595}" presName="node" presStyleLbl="node1" presStyleIdx="3" presStyleCnt="7" custScaleY="117607">
        <dgm:presLayoutVars>
          <dgm:bulletEnabled val="1"/>
        </dgm:presLayoutVars>
      </dgm:prSet>
      <dgm:spPr>
        <a:xfrm>
          <a:off x="8272267" y="573182"/>
          <a:ext cx="2241239" cy="1344743"/>
        </a:xfrm>
        <a:prstGeom prst="rect">
          <a:avLst/>
        </a:prstGeom>
      </dgm:spPr>
    </dgm:pt>
    <dgm:pt modelId="{0EC125F2-6AEA-4840-9444-7808B53DA279}" type="pres">
      <dgm:prSet presAssocID="{EE288945-474F-49ED-8BCD-828FA2561AC3}" presName="sibTrans" presStyleLbl="sibTrans1D1" presStyleIdx="3" presStyleCnt="6"/>
      <dgm:spPr/>
    </dgm:pt>
    <dgm:pt modelId="{EE316793-9F46-4B0A-8ABB-D3D85BE61069}" type="pres">
      <dgm:prSet presAssocID="{EE288945-474F-49ED-8BCD-828FA2561AC3}" presName="connectorText" presStyleLbl="sibTrans1D1" presStyleIdx="3" presStyleCnt="6"/>
      <dgm:spPr/>
    </dgm:pt>
    <dgm:pt modelId="{7DBCC07B-EAE2-4782-881F-15EDB4FEFBAB}" type="pres">
      <dgm:prSet presAssocID="{909CC868-A852-4C17-A039-BE2B1983C062}" presName="node" presStyleLbl="node1" presStyleIdx="4" presStyleCnt="7" custScaleY="117607">
        <dgm:presLayoutVars>
          <dgm:bulletEnabled val="1"/>
        </dgm:presLayoutVars>
      </dgm:prSet>
      <dgm:spPr/>
    </dgm:pt>
    <dgm:pt modelId="{4D142EEA-A80F-4B15-A51C-560D30E511BA}" type="pres">
      <dgm:prSet presAssocID="{3F21E622-173D-471A-BC49-8512AE92B51C}" presName="sibTrans" presStyleLbl="sibTrans1D1" presStyleIdx="4" presStyleCnt="6"/>
      <dgm:spPr/>
    </dgm:pt>
    <dgm:pt modelId="{BB7015DD-1474-409B-8638-02AB7066856B}" type="pres">
      <dgm:prSet presAssocID="{3F21E622-173D-471A-BC49-8512AE92B51C}" presName="connectorText" presStyleLbl="sibTrans1D1" presStyleIdx="4" presStyleCnt="6"/>
      <dgm:spPr/>
    </dgm:pt>
    <dgm:pt modelId="{44E47BC7-C3A3-4EA7-94E7-6BA61A08A73E}" type="pres">
      <dgm:prSet presAssocID="{1066946D-4D4A-4723-8AFA-EC58527BF1D7}" presName="node" presStyleLbl="node1" presStyleIdx="5" presStyleCnt="7" custScaleY="117607">
        <dgm:presLayoutVars>
          <dgm:bulletEnabled val="1"/>
        </dgm:presLayoutVars>
      </dgm:prSet>
      <dgm:spPr>
        <a:xfrm>
          <a:off x="2758817" y="2433411"/>
          <a:ext cx="2241239" cy="1344743"/>
        </a:xfrm>
        <a:prstGeom prst="rect">
          <a:avLst/>
        </a:prstGeom>
      </dgm:spPr>
    </dgm:pt>
    <dgm:pt modelId="{72D7895B-0F91-47C3-90CF-DB4BF05E121B}" type="pres">
      <dgm:prSet presAssocID="{3629BCA8-39D6-45A0-8AB3-E8D464FAD90B}" presName="sibTrans" presStyleLbl="sibTrans1D1" presStyleIdx="5" presStyleCnt="6"/>
      <dgm:spPr/>
    </dgm:pt>
    <dgm:pt modelId="{CFC84D0E-A4A1-4BF9-A1F4-D47871EBF9CF}" type="pres">
      <dgm:prSet presAssocID="{3629BCA8-39D6-45A0-8AB3-E8D464FAD90B}" presName="connectorText" presStyleLbl="sibTrans1D1" presStyleIdx="5" presStyleCnt="6"/>
      <dgm:spPr/>
    </dgm:pt>
    <dgm:pt modelId="{C87F080B-CD05-4A62-8CF6-2B70364DE970}" type="pres">
      <dgm:prSet presAssocID="{BA161DC3-0B6D-4EB9-AF06-6FA8D4A6A97D}" presName="node" presStyleLbl="node1" presStyleIdx="6" presStyleCnt="7" custScaleY="117607">
        <dgm:presLayoutVars>
          <dgm:bulletEnabled val="1"/>
        </dgm:presLayoutVars>
      </dgm:prSet>
      <dgm:spPr/>
    </dgm:pt>
  </dgm:ptLst>
  <dgm:cxnLst>
    <dgm:cxn modelId="{80AE8903-9E14-441E-B4E0-B7959519B015}" type="presOf" srcId="{4B76D999-1B2B-4B72-B81D-A85E3F2CDE82}" destId="{E4E0A7E5-EAE3-4848-BA5D-338BEFCCB0D4}" srcOrd="0" destOrd="0" presId="urn:microsoft.com/office/officeart/2005/8/layout/bProcess3"/>
    <dgm:cxn modelId="{0102D703-C42C-4069-9304-13D0C3195FB0}" srcId="{D47562B8-931F-4C76-8546-1B122ECB2C17}" destId="{1411F6FA-8A33-49DD-8F4F-F9192316F595}" srcOrd="3" destOrd="0" parTransId="{29148A3B-C277-467F-A60E-0FE4303A3636}" sibTransId="{EE288945-474F-49ED-8BCD-828FA2561AC3}"/>
    <dgm:cxn modelId="{B129FB0B-1F7F-4385-AE6B-0AB4EBFFDD39}" srcId="{D47562B8-931F-4C76-8546-1B122ECB2C17}" destId="{909CC868-A852-4C17-A039-BE2B1983C062}" srcOrd="4" destOrd="0" parTransId="{84841B9F-BB03-4A69-B2AC-BBEDF0F81F4B}" sibTransId="{3F21E622-173D-471A-BC49-8512AE92B51C}"/>
    <dgm:cxn modelId="{9C93F20E-226C-4C36-8E30-DED17E43F7A8}" srcId="{D47562B8-931F-4C76-8546-1B122ECB2C17}" destId="{AF2DBBDE-89B5-430E-871B-D45895733FC2}" srcOrd="2" destOrd="0" parTransId="{051DF32E-C275-433C-ADD6-6726034DDE06}" sibTransId="{4B76D999-1B2B-4B72-B81D-A85E3F2CDE82}"/>
    <dgm:cxn modelId="{441EF41E-2B00-46F2-B077-53271D46808B}" type="presOf" srcId="{3F21E622-173D-471A-BC49-8512AE92B51C}" destId="{4D142EEA-A80F-4B15-A51C-560D30E511BA}" srcOrd="0" destOrd="0" presId="urn:microsoft.com/office/officeart/2005/8/layout/bProcess3"/>
    <dgm:cxn modelId="{10B88825-DB39-4E44-B987-DC783B42A7D8}" srcId="{D47562B8-931F-4C76-8546-1B122ECB2C17}" destId="{634A74B8-7397-4A18-BA75-3ADEA583D325}" srcOrd="0" destOrd="0" parTransId="{84D96380-DCC7-48F7-89ED-413817372079}" sibTransId="{262A05FE-7AD2-438F-B7B2-1C4D74383E87}"/>
    <dgm:cxn modelId="{DFA31526-7CF6-42E5-88BD-72D8A3CEEC1D}" type="presOf" srcId="{BAE2CCC5-4CF1-4038-A6B1-67C1061B6DC8}" destId="{44E47BC7-C3A3-4EA7-94E7-6BA61A08A73E}" srcOrd="0" destOrd="1" presId="urn:microsoft.com/office/officeart/2005/8/layout/bProcess3"/>
    <dgm:cxn modelId="{CBCE4F44-A0CA-49A9-8145-F70E73C3659B}" type="presOf" srcId="{EE288945-474F-49ED-8BCD-828FA2561AC3}" destId="{0EC125F2-6AEA-4840-9444-7808B53DA279}" srcOrd="0" destOrd="0" presId="urn:microsoft.com/office/officeart/2005/8/layout/bProcess3"/>
    <dgm:cxn modelId="{BF270148-470B-4D30-8660-D44BC7C62334}" type="presOf" srcId="{BCD1149D-F912-46A6-A065-4DA6681C8178}" destId="{A4BAC286-81BA-418B-84A1-0D8C9027D6CF}" srcOrd="0" destOrd="0" presId="urn:microsoft.com/office/officeart/2005/8/layout/bProcess3"/>
    <dgm:cxn modelId="{31076D70-E6EC-4E88-A75E-51C81A30192F}" type="presOf" srcId="{D47562B8-931F-4C76-8546-1B122ECB2C17}" destId="{448D33FE-C17A-46E4-9557-2E8AAD27C99A}" srcOrd="0" destOrd="0" presId="urn:microsoft.com/office/officeart/2005/8/layout/bProcess3"/>
    <dgm:cxn modelId="{A64E0F54-F369-42DA-AA63-3100B9840954}" type="presOf" srcId="{262A05FE-7AD2-438F-B7B2-1C4D74383E87}" destId="{005ED12D-3813-44C5-A7C9-BF50087F5AD4}" srcOrd="1" destOrd="0" presId="urn:microsoft.com/office/officeart/2005/8/layout/bProcess3"/>
    <dgm:cxn modelId="{08CD0575-5665-4689-8AFF-F3040F95637D}" srcId="{D47562B8-931F-4C76-8546-1B122ECB2C17}" destId="{1066946D-4D4A-4723-8AFA-EC58527BF1D7}" srcOrd="5" destOrd="0" parTransId="{A0467388-BFCF-4C67-B6C7-18FF3C7A387B}" sibTransId="{3629BCA8-39D6-45A0-8AB3-E8D464FAD90B}"/>
    <dgm:cxn modelId="{A99FBD56-5E24-41FA-BF85-7F7C607B7B19}" type="presOf" srcId="{1411F6FA-8A33-49DD-8F4F-F9192316F595}" destId="{39BFD459-0A36-41CC-B5F5-FF68471D66F3}" srcOrd="0" destOrd="0" presId="urn:microsoft.com/office/officeart/2005/8/layout/bProcess3"/>
    <dgm:cxn modelId="{00457358-E0A7-4456-B3C0-6FAE04651890}" type="presOf" srcId="{262A05FE-7AD2-438F-B7B2-1C4D74383E87}" destId="{CC55DF75-5D33-40EB-9631-CC86443BEA3F}" srcOrd="0" destOrd="0" presId="urn:microsoft.com/office/officeart/2005/8/layout/bProcess3"/>
    <dgm:cxn modelId="{8347CC86-1EEF-405C-A154-BD3BFDBC5A55}" type="presOf" srcId="{EE288945-474F-49ED-8BCD-828FA2561AC3}" destId="{EE316793-9F46-4B0A-8ABB-D3D85BE61069}" srcOrd="1" destOrd="0" presId="urn:microsoft.com/office/officeart/2005/8/layout/bProcess3"/>
    <dgm:cxn modelId="{CF4AF388-4B01-485F-A44B-C2807E86B574}" type="presOf" srcId="{909CC868-A852-4C17-A039-BE2B1983C062}" destId="{7DBCC07B-EAE2-4782-881F-15EDB4FEFBAB}" srcOrd="0" destOrd="0" presId="urn:microsoft.com/office/officeart/2005/8/layout/bProcess3"/>
    <dgm:cxn modelId="{45FB6793-AF8A-4A94-A8C9-2CA262353E43}" srcId="{D47562B8-931F-4C76-8546-1B122ECB2C17}" destId="{BA161DC3-0B6D-4EB9-AF06-6FA8D4A6A97D}" srcOrd="6" destOrd="0" parTransId="{020A785B-450E-49CE-AD88-0535D8372817}" sibTransId="{34489409-EF09-407D-9550-B29651B544E5}"/>
    <dgm:cxn modelId="{4BD00B9E-1D24-4A49-B1D3-F200AE27B2A6}" type="presOf" srcId="{BCD1149D-F912-46A6-A065-4DA6681C8178}" destId="{66746808-2E83-4BE2-8790-928801BA8CD0}" srcOrd="1" destOrd="0" presId="urn:microsoft.com/office/officeart/2005/8/layout/bProcess3"/>
    <dgm:cxn modelId="{27A601A3-E41D-402B-96A2-7E9B7384FFA8}" srcId="{D47562B8-931F-4C76-8546-1B122ECB2C17}" destId="{8C9E43A4-20CF-4309-94D8-990EA8E91855}" srcOrd="1" destOrd="0" parTransId="{D984E39E-2FDD-4BE5-8BFB-8B02A40847D5}" sibTransId="{BCD1149D-F912-46A6-A065-4DA6681C8178}"/>
    <dgm:cxn modelId="{39DD45AE-237E-4750-A898-6974F13C7E99}" type="presOf" srcId="{3629BCA8-39D6-45A0-8AB3-E8D464FAD90B}" destId="{CFC84D0E-A4A1-4BF9-A1F4-D47871EBF9CF}" srcOrd="1" destOrd="0" presId="urn:microsoft.com/office/officeart/2005/8/layout/bProcess3"/>
    <dgm:cxn modelId="{71C433B1-D9F6-4E46-95FA-235590628E90}" type="presOf" srcId="{3F21E622-173D-471A-BC49-8512AE92B51C}" destId="{BB7015DD-1474-409B-8638-02AB7066856B}" srcOrd="1" destOrd="0" presId="urn:microsoft.com/office/officeart/2005/8/layout/bProcess3"/>
    <dgm:cxn modelId="{10F82EB7-F7CD-4AA4-99AE-03075AB910D4}" type="presOf" srcId="{1066946D-4D4A-4723-8AFA-EC58527BF1D7}" destId="{44E47BC7-C3A3-4EA7-94E7-6BA61A08A73E}" srcOrd="0" destOrd="0" presId="urn:microsoft.com/office/officeart/2005/8/layout/bProcess3"/>
    <dgm:cxn modelId="{D39B49B7-BC21-4F52-98B4-C47B29FB61A0}" type="presOf" srcId="{AF2DBBDE-89B5-430E-871B-D45895733FC2}" destId="{062BD409-6A78-4BBD-8F64-3DA17A8D2A3A}" srcOrd="0" destOrd="0" presId="urn:microsoft.com/office/officeart/2005/8/layout/bProcess3"/>
    <dgm:cxn modelId="{043A4EB7-194A-40B2-A1F8-EF4C0B92BD0A}" type="presOf" srcId="{634A74B8-7397-4A18-BA75-3ADEA583D325}" destId="{AD8BA690-BBE5-418F-9A87-CD51BAA622BB}" srcOrd="0" destOrd="0" presId="urn:microsoft.com/office/officeart/2005/8/layout/bProcess3"/>
    <dgm:cxn modelId="{85818FD5-C07B-45D8-9000-3630AF1058DC}" type="presOf" srcId="{8C9E43A4-20CF-4309-94D8-990EA8E91855}" destId="{F6D78CF6-F3B4-43D8-9909-C08A507AFDE7}" srcOrd="0" destOrd="0" presId="urn:microsoft.com/office/officeart/2005/8/layout/bProcess3"/>
    <dgm:cxn modelId="{E87B47D6-4121-4935-B3EB-C1B590409E8C}" type="presOf" srcId="{4B76D999-1B2B-4B72-B81D-A85E3F2CDE82}" destId="{8DE1BCBE-A8CB-47CD-BB3A-49D2FDACCF7C}" srcOrd="1" destOrd="0" presId="urn:microsoft.com/office/officeart/2005/8/layout/bProcess3"/>
    <dgm:cxn modelId="{381167DC-D4D7-4106-AF87-BEF33154E05A}" srcId="{1066946D-4D4A-4723-8AFA-EC58527BF1D7}" destId="{BAE2CCC5-4CF1-4038-A6B1-67C1061B6DC8}" srcOrd="0" destOrd="0" parTransId="{CF033CFD-4A17-4E7A-B44D-4B3038B8FC4C}" sibTransId="{08D6EB46-6822-4B61-B492-A168D0D38F5A}"/>
    <dgm:cxn modelId="{A45A76DC-B00F-468A-822F-6C15961B91C3}" type="presOf" srcId="{BA161DC3-0B6D-4EB9-AF06-6FA8D4A6A97D}" destId="{C87F080B-CD05-4A62-8CF6-2B70364DE970}" srcOrd="0" destOrd="0" presId="urn:microsoft.com/office/officeart/2005/8/layout/bProcess3"/>
    <dgm:cxn modelId="{8C1EC0E4-CBB1-4D2A-953C-A6AE952B383F}" type="presOf" srcId="{3629BCA8-39D6-45A0-8AB3-E8D464FAD90B}" destId="{72D7895B-0F91-47C3-90CF-DB4BF05E121B}" srcOrd="0" destOrd="0" presId="urn:microsoft.com/office/officeart/2005/8/layout/bProcess3"/>
    <dgm:cxn modelId="{2F309216-A4F4-4C36-8DBA-654F85A0A4B9}" type="presParOf" srcId="{448D33FE-C17A-46E4-9557-2E8AAD27C99A}" destId="{AD8BA690-BBE5-418F-9A87-CD51BAA622BB}" srcOrd="0" destOrd="0" presId="urn:microsoft.com/office/officeart/2005/8/layout/bProcess3"/>
    <dgm:cxn modelId="{F0BEC9E1-FAA5-47C7-9AFE-3A3FEDA207A8}" type="presParOf" srcId="{448D33FE-C17A-46E4-9557-2E8AAD27C99A}" destId="{CC55DF75-5D33-40EB-9631-CC86443BEA3F}" srcOrd="1" destOrd="0" presId="urn:microsoft.com/office/officeart/2005/8/layout/bProcess3"/>
    <dgm:cxn modelId="{A6704BE5-6CA2-4FD0-9A70-51BB9B3AAD17}" type="presParOf" srcId="{CC55DF75-5D33-40EB-9631-CC86443BEA3F}" destId="{005ED12D-3813-44C5-A7C9-BF50087F5AD4}" srcOrd="0" destOrd="0" presId="urn:microsoft.com/office/officeart/2005/8/layout/bProcess3"/>
    <dgm:cxn modelId="{F89E2B36-12B3-4D0C-8DED-82B8762FB69B}" type="presParOf" srcId="{448D33FE-C17A-46E4-9557-2E8AAD27C99A}" destId="{F6D78CF6-F3B4-43D8-9909-C08A507AFDE7}" srcOrd="2" destOrd="0" presId="urn:microsoft.com/office/officeart/2005/8/layout/bProcess3"/>
    <dgm:cxn modelId="{D6C28E15-C3B8-4257-8798-A50A85609756}" type="presParOf" srcId="{448D33FE-C17A-46E4-9557-2E8AAD27C99A}" destId="{A4BAC286-81BA-418B-84A1-0D8C9027D6CF}" srcOrd="3" destOrd="0" presId="urn:microsoft.com/office/officeart/2005/8/layout/bProcess3"/>
    <dgm:cxn modelId="{1CD5516D-35EF-4617-A96C-D482ECDF1F53}" type="presParOf" srcId="{A4BAC286-81BA-418B-84A1-0D8C9027D6CF}" destId="{66746808-2E83-4BE2-8790-928801BA8CD0}" srcOrd="0" destOrd="0" presId="urn:microsoft.com/office/officeart/2005/8/layout/bProcess3"/>
    <dgm:cxn modelId="{A78F6F42-A00A-4148-A057-51FFCB533397}" type="presParOf" srcId="{448D33FE-C17A-46E4-9557-2E8AAD27C99A}" destId="{062BD409-6A78-4BBD-8F64-3DA17A8D2A3A}" srcOrd="4" destOrd="0" presId="urn:microsoft.com/office/officeart/2005/8/layout/bProcess3"/>
    <dgm:cxn modelId="{45BE927C-2BF4-4CB6-B73E-B901AC21C3DB}" type="presParOf" srcId="{448D33FE-C17A-46E4-9557-2E8AAD27C99A}" destId="{E4E0A7E5-EAE3-4848-BA5D-338BEFCCB0D4}" srcOrd="5" destOrd="0" presId="urn:microsoft.com/office/officeart/2005/8/layout/bProcess3"/>
    <dgm:cxn modelId="{44BBC714-658A-4EAA-AF68-8FF591B48A63}" type="presParOf" srcId="{E4E0A7E5-EAE3-4848-BA5D-338BEFCCB0D4}" destId="{8DE1BCBE-A8CB-47CD-BB3A-49D2FDACCF7C}" srcOrd="0" destOrd="0" presId="urn:microsoft.com/office/officeart/2005/8/layout/bProcess3"/>
    <dgm:cxn modelId="{028A1D23-F630-4580-8029-34D5712B29CD}" type="presParOf" srcId="{448D33FE-C17A-46E4-9557-2E8AAD27C99A}" destId="{39BFD459-0A36-41CC-B5F5-FF68471D66F3}" srcOrd="6" destOrd="0" presId="urn:microsoft.com/office/officeart/2005/8/layout/bProcess3"/>
    <dgm:cxn modelId="{E831FB18-317A-4FB9-AA51-C4AAAD73AAE9}" type="presParOf" srcId="{448D33FE-C17A-46E4-9557-2E8AAD27C99A}" destId="{0EC125F2-6AEA-4840-9444-7808B53DA279}" srcOrd="7" destOrd="0" presId="urn:microsoft.com/office/officeart/2005/8/layout/bProcess3"/>
    <dgm:cxn modelId="{78A84A5C-8CDA-42C3-AC7A-5CF6AA2468B0}" type="presParOf" srcId="{0EC125F2-6AEA-4840-9444-7808B53DA279}" destId="{EE316793-9F46-4B0A-8ABB-D3D85BE61069}" srcOrd="0" destOrd="0" presId="urn:microsoft.com/office/officeart/2005/8/layout/bProcess3"/>
    <dgm:cxn modelId="{CE9CBDCD-3CED-4204-BF1F-74590B373927}" type="presParOf" srcId="{448D33FE-C17A-46E4-9557-2E8AAD27C99A}" destId="{7DBCC07B-EAE2-4782-881F-15EDB4FEFBAB}" srcOrd="8" destOrd="0" presId="urn:microsoft.com/office/officeart/2005/8/layout/bProcess3"/>
    <dgm:cxn modelId="{194857B2-00DD-4E26-8267-19F41DB8B2D2}" type="presParOf" srcId="{448D33FE-C17A-46E4-9557-2E8AAD27C99A}" destId="{4D142EEA-A80F-4B15-A51C-560D30E511BA}" srcOrd="9" destOrd="0" presId="urn:microsoft.com/office/officeart/2005/8/layout/bProcess3"/>
    <dgm:cxn modelId="{713D0B7E-6CBC-43C5-A906-28F72B10B342}" type="presParOf" srcId="{4D142EEA-A80F-4B15-A51C-560D30E511BA}" destId="{BB7015DD-1474-409B-8638-02AB7066856B}" srcOrd="0" destOrd="0" presId="urn:microsoft.com/office/officeart/2005/8/layout/bProcess3"/>
    <dgm:cxn modelId="{0333C282-F951-4916-ADE4-C609FB2FEFE8}" type="presParOf" srcId="{448D33FE-C17A-46E4-9557-2E8AAD27C99A}" destId="{44E47BC7-C3A3-4EA7-94E7-6BA61A08A73E}" srcOrd="10" destOrd="0" presId="urn:microsoft.com/office/officeart/2005/8/layout/bProcess3"/>
    <dgm:cxn modelId="{F29A2C80-BA41-4DC7-B9FF-AFFBEFB44702}" type="presParOf" srcId="{448D33FE-C17A-46E4-9557-2E8AAD27C99A}" destId="{72D7895B-0F91-47C3-90CF-DB4BF05E121B}" srcOrd="11" destOrd="0" presId="urn:microsoft.com/office/officeart/2005/8/layout/bProcess3"/>
    <dgm:cxn modelId="{F27EE0ED-4977-46DD-B9BF-E9F99FE42D58}" type="presParOf" srcId="{72D7895B-0F91-47C3-90CF-DB4BF05E121B}" destId="{CFC84D0E-A4A1-4BF9-A1F4-D47871EBF9CF}" srcOrd="0" destOrd="0" presId="urn:microsoft.com/office/officeart/2005/8/layout/bProcess3"/>
    <dgm:cxn modelId="{00F34EA4-8B8B-4234-B0CB-1A7D272C18BF}" type="presParOf" srcId="{448D33FE-C17A-46E4-9557-2E8AAD27C99A}" destId="{C87F080B-CD05-4A62-8CF6-2B70364DE970}" srcOrd="12" destOrd="0" presId="urn:microsoft.com/office/officeart/2005/8/layout/bProcess3"/>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55DF75-5D33-40EB-9631-CC86443BEA3F}">
      <dsp:nvSpPr>
        <dsp:cNvPr id="0" name=""/>
        <dsp:cNvSpPr/>
      </dsp:nvSpPr>
      <dsp:spPr>
        <a:xfrm>
          <a:off x="2244476" y="1082473"/>
          <a:ext cx="484381" cy="91440"/>
        </a:xfrm>
        <a:custGeom>
          <a:avLst/>
          <a:gdLst/>
          <a:ahLst/>
          <a:cxnLst/>
          <a:rect l="0" t="0" r="0" b="0"/>
          <a:pathLst>
            <a:path>
              <a:moveTo>
                <a:pt x="0" y="45720"/>
              </a:moveTo>
              <a:lnTo>
                <a:pt x="484381" y="45720"/>
              </a:lnTo>
            </a:path>
          </a:pathLst>
        </a:custGeom>
        <a:noFill/>
        <a:ln w="34925" cap="flat" cmpd="sng" algn="ctr">
          <a:solidFill>
            <a:schemeClr val="bg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473792" y="1125616"/>
        <a:ext cx="25749" cy="5154"/>
      </dsp:txXfrm>
    </dsp:sp>
    <dsp:sp modelId="{AD8BA690-BBE5-418F-9A87-CD51BAA622BB}">
      <dsp:nvSpPr>
        <dsp:cNvPr id="0" name=""/>
        <dsp:cNvSpPr/>
      </dsp:nvSpPr>
      <dsp:spPr>
        <a:xfrm>
          <a:off x="7224" y="338209"/>
          <a:ext cx="2239051" cy="15799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Data Collection</a:t>
          </a:r>
        </a:p>
      </dsp:txBody>
      <dsp:txXfrm>
        <a:off x="7224" y="338209"/>
        <a:ext cx="2239051" cy="1579968"/>
      </dsp:txXfrm>
    </dsp:sp>
    <dsp:sp modelId="{A4BAC286-81BA-418B-84A1-0D8C9027D6CF}">
      <dsp:nvSpPr>
        <dsp:cNvPr id="0" name=""/>
        <dsp:cNvSpPr/>
      </dsp:nvSpPr>
      <dsp:spPr>
        <a:xfrm>
          <a:off x="4998509" y="1082473"/>
          <a:ext cx="484381" cy="91440"/>
        </a:xfrm>
        <a:custGeom>
          <a:avLst/>
          <a:gdLst/>
          <a:ahLst/>
          <a:cxnLst/>
          <a:rect l="0" t="0" r="0" b="0"/>
          <a:pathLst>
            <a:path>
              <a:moveTo>
                <a:pt x="0" y="45720"/>
              </a:moveTo>
              <a:lnTo>
                <a:pt x="484381" y="45720"/>
              </a:lnTo>
            </a:path>
          </a:pathLst>
        </a:custGeom>
        <a:noFill/>
        <a:ln w="34925" cap="flat" cmpd="sng" algn="ctr">
          <a:solidFill>
            <a:schemeClr val="bg2"/>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25" y="1125616"/>
        <a:ext cx="25749" cy="5154"/>
      </dsp:txXfrm>
    </dsp:sp>
    <dsp:sp modelId="{F6D78CF6-F3B4-43D8-9909-C08A507AFDE7}">
      <dsp:nvSpPr>
        <dsp:cNvPr id="0" name=""/>
        <dsp:cNvSpPr/>
      </dsp:nvSpPr>
      <dsp:spPr>
        <a:xfrm>
          <a:off x="2761257" y="338209"/>
          <a:ext cx="2239051" cy="15799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Preprocessing</a:t>
          </a:r>
          <a:endParaRPr lang="en-US" sz="2600" kern="1200" dirty="0">
            <a:latin typeface="Times New Roman" panose="02020603050405020304" pitchFamily="18" charset="0"/>
            <a:cs typeface="Times New Roman" panose="02020603050405020304" pitchFamily="18" charset="0"/>
          </a:endParaRPr>
        </a:p>
      </dsp:txBody>
      <dsp:txXfrm>
        <a:off x="2761257" y="338209"/>
        <a:ext cx="2239051" cy="1579968"/>
      </dsp:txXfrm>
    </dsp:sp>
    <dsp:sp modelId="{E4E0A7E5-EAE3-4848-BA5D-338BEFCCB0D4}">
      <dsp:nvSpPr>
        <dsp:cNvPr id="0" name=""/>
        <dsp:cNvSpPr/>
      </dsp:nvSpPr>
      <dsp:spPr>
        <a:xfrm>
          <a:off x="7752542" y="1082473"/>
          <a:ext cx="484381" cy="91440"/>
        </a:xfrm>
        <a:custGeom>
          <a:avLst/>
          <a:gdLst/>
          <a:ahLst/>
          <a:cxnLst/>
          <a:rect l="0" t="0" r="0" b="0"/>
          <a:pathLst>
            <a:path>
              <a:moveTo>
                <a:pt x="0" y="45720"/>
              </a:moveTo>
              <a:lnTo>
                <a:pt x="484381" y="45720"/>
              </a:lnTo>
            </a:path>
          </a:pathLst>
        </a:custGeom>
        <a:noFill/>
        <a:ln w="34925" cap="flat" cmpd="sng" algn="ctr">
          <a:solidFill>
            <a:schemeClr val="bg2"/>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81858" y="1125616"/>
        <a:ext cx="25749" cy="5154"/>
      </dsp:txXfrm>
    </dsp:sp>
    <dsp:sp modelId="{062BD409-6A78-4BBD-8F64-3DA17A8D2A3A}">
      <dsp:nvSpPr>
        <dsp:cNvPr id="0" name=""/>
        <dsp:cNvSpPr/>
      </dsp:nvSpPr>
      <dsp:spPr>
        <a:xfrm>
          <a:off x="5515290" y="338209"/>
          <a:ext cx="2239051" cy="15799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Embeddings:</a:t>
          </a:r>
        </a:p>
        <a:p>
          <a:pPr marL="0" lvl="0" indent="0" algn="ctr" defTabSz="10668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 Word2Vec, GloVe, BERT</a:t>
          </a:r>
        </a:p>
      </dsp:txBody>
      <dsp:txXfrm>
        <a:off x="5515290" y="338209"/>
        <a:ext cx="2239051" cy="1579968"/>
      </dsp:txXfrm>
    </dsp:sp>
    <dsp:sp modelId="{0EC125F2-6AEA-4840-9444-7808B53DA279}">
      <dsp:nvSpPr>
        <dsp:cNvPr id="0" name=""/>
        <dsp:cNvSpPr/>
      </dsp:nvSpPr>
      <dsp:spPr>
        <a:xfrm>
          <a:off x="1126750" y="1916378"/>
          <a:ext cx="8262099" cy="484381"/>
        </a:xfrm>
        <a:custGeom>
          <a:avLst/>
          <a:gdLst/>
          <a:ahLst/>
          <a:cxnLst/>
          <a:rect l="0" t="0" r="0" b="0"/>
          <a:pathLst>
            <a:path>
              <a:moveTo>
                <a:pt x="8262099" y="0"/>
              </a:moveTo>
              <a:lnTo>
                <a:pt x="8262099" y="259290"/>
              </a:lnTo>
              <a:lnTo>
                <a:pt x="0" y="259290"/>
              </a:lnTo>
              <a:lnTo>
                <a:pt x="0" y="484381"/>
              </a:lnTo>
            </a:path>
          </a:pathLst>
        </a:custGeom>
        <a:noFill/>
        <a:ln w="34925" cap="flat" cmpd="sng" algn="ctr">
          <a:solidFill>
            <a:schemeClr val="bg2"/>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0" kern="1200">
            <a:solidFill>
              <a:schemeClr val="tx1"/>
            </a:solidFill>
          </a:endParaRPr>
        </a:p>
      </dsp:txBody>
      <dsp:txXfrm>
        <a:off x="5050846" y="2155991"/>
        <a:ext cx="413906" cy="5154"/>
      </dsp:txXfrm>
    </dsp:sp>
    <dsp:sp modelId="{39BFD459-0A36-41CC-B5F5-FF68471D66F3}">
      <dsp:nvSpPr>
        <dsp:cNvPr id="0" name=""/>
        <dsp:cNvSpPr/>
      </dsp:nvSpPr>
      <dsp:spPr>
        <a:xfrm>
          <a:off x="8269323" y="338209"/>
          <a:ext cx="2239051" cy="1579968"/>
        </a:xfrm>
        <a:prstGeom prst="rect">
          <a:avLst/>
        </a:prstGeom>
        <a:solidFill>
          <a:srgbClr val="5B9BD5">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2400" kern="1200" dirty="0">
              <a:solidFill>
                <a:prstClr val="white"/>
              </a:solidFill>
              <a:latin typeface="Times New Roman" panose="02020603050405020304" pitchFamily="18" charset="0"/>
              <a:ea typeface="+mn-ea"/>
              <a:cs typeface="Times New Roman" panose="02020603050405020304" pitchFamily="18" charset="0"/>
            </a:rPr>
            <a:t>Clustering:</a:t>
          </a:r>
        </a:p>
        <a:p>
          <a:pPr marL="0" lvl="0" indent="0" algn="ctr" defTabSz="622300">
            <a:lnSpc>
              <a:spcPct val="90000"/>
            </a:lnSpc>
            <a:spcBef>
              <a:spcPct val="0"/>
            </a:spcBef>
            <a:spcAft>
              <a:spcPct val="35000"/>
            </a:spcAft>
            <a:buNone/>
          </a:pPr>
          <a:r>
            <a:rPr lang="en-US" sz="2000" kern="1200" dirty="0">
              <a:solidFill>
                <a:prstClr val="white"/>
              </a:solidFill>
              <a:latin typeface="Times New Roman" panose="02020603050405020304" pitchFamily="18" charset="0"/>
              <a:ea typeface="+mn-ea"/>
              <a:cs typeface="Times New Roman" panose="02020603050405020304" pitchFamily="18" charset="0"/>
            </a:rPr>
            <a:t>K-Means, </a:t>
          </a:r>
          <a:r>
            <a:rPr lang="en-US" altLang="en-US" sz="2000" kern="1200" dirty="0">
              <a:latin typeface="Times New Roman" panose="02020603050405020304" pitchFamily="18" charset="0"/>
              <a:cs typeface="Times New Roman" panose="02020603050405020304" pitchFamily="18" charset="0"/>
            </a:rPr>
            <a:t>Hierarchical</a:t>
          </a:r>
          <a:r>
            <a:rPr lang="en-US" sz="2000" kern="1200" dirty="0">
              <a:solidFill>
                <a:prstClr val="white"/>
              </a:solidFill>
              <a:latin typeface="Times New Roman" panose="02020603050405020304" pitchFamily="18" charset="0"/>
              <a:ea typeface="+mn-ea"/>
              <a:cs typeface="Times New Roman" panose="02020603050405020304" pitchFamily="18" charset="0"/>
            </a:rPr>
            <a:t> </a:t>
          </a:r>
        </a:p>
      </dsp:txBody>
      <dsp:txXfrm>
        <a:off x="8269323" y="338209"/>
        <a:ext cx="2239051" cy="1579968"/>
      </dsp:txXfrm>
    </dsp:sp>
    <dsp:sp modelId="{4D142EEA-A80F-4B15-A51C-560D30E511BA}">
      <dsp:nvSpPr>
        <dsp:cNvPr id="0" name=""/>
        <dsp:cNvSpPr/>
      </dsp:nvSpPr>
      <dsp:spPr>
        <a:xfrm>
          <a:off x="2244476" y="3177424"/>
          <a:ext cx="484381" cy="91440"/>
        </a:xfrm>
        <a:custGeom>
          <a:avLst/>
          <a:gdLst/>
          <a:ahLst/>
          <a:cxnLst/>
          <a:rect l="0" t="0" r="0" b="0"/>
          <a:pathLst>
            <a:path>
              <a:moveTo>
                <a:pt x="0" y="45720"/>
              </a:moveTo>
              <a:lnTo>
                <a:pt x="484381" y="45720"/>
              </a:lnTo>
            </a:path>
          </a:pathLst>
        </a:custGeom>
        <a:noFill/>
        <a:ln w="34925" cap="flat" cmpd="sng" algn="ctr">
          <a:solidFill>
            <a:schemeClr val="bg2"/>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3792" y="3220566"/>
        <a:ext cx="25749" cy="5154"/>
      </dsp:txXfrm>
    </dsp:sp>
    <dsp:sp modelId="{7DBCC07B-EAE2-4782-881F-15EDB4FEFBAB}">
      <dsp:nvSpPr>
        <dsp:cNvPr id="0" name=""/>
        <dsp:cNvSpPr/>
      </dsp:nvSpPr>
      <dsp:spPr>
        <a:xfrm>
          <a:off x="7224" y="2433159"/>
          <a:ext cx="2239051" cy="15799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Evaluation:</a:t>
          </a:r>
        </a:p>
        <a:p>
          <a:pPr marL="0" lvl="0" indent="0" algn="ctr" defTabSz="10668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Silhouette Score, DB Index </a:t>
          </a:r>
        </a:p>
      </dsp:txBody>
      <dsp:txXfrm>
        <a:off x="7224" y="2433159"/>
        <a:ext cx="2239051" cy="1579968"/>
      </dsp:txXfrm>
    </dsp:sp>
    <dsp:sp modelId="{72D7895B-0F91-47C3-90CF-DB4BF05E121B}">
      <dsp:nvSpPr>
        <dsp:cNvPr id="0" name=""/>
        <dsp:cNvSpPr/>
      </dsp:nvSpPr>
      <dsp:spPr>
        <a:xfrm>
          <a:off x="4998509" y="3177424"/>
          <a:ext cx="484381" cy="91440"/>
        </a:xfrm>
        <a:custGeom>
          <a:avLst/>
          <a:gdLst/>
          <a:ahLst/>
          <a:cxnLst/>
          <a:rect l="0" t="0" r="0" b="0"/>
          <a:pathLst>
            <a:path>
              <a:moveTo>
                <a:pt x="0" y="45720"/>
              </a:moveTo>
              <a:lnTo>
                <a:pt x="484381" y="45720"/>
              </a:lnTo>
            </a:path>
          </a:pathLst>
        </a:custGeom>
        <a:noFill/>
        <a:ln w="34925" cap="flat" cmpd="sng" algn="ctr">
          <a:solidFill>
            <a:schemeClr val="bg2"/>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25" y="3220566"/>
        <a:ext cx="25749" cy="5154"/>
      </dsp:txXfrm>
    </dsp:sp>
    <dsp:sp modelId="{44E47BC7-C3A3-4EA7-94E7-6BA61A08A73E}">
      <dsp:nvSpPr>
        <dsp:cNvPr id="0" name=""/>
        <dsp:cNvSpPr/>
      </dsp:nvSpPr>
      <dsp:spPr>
        <a:xfrm>
          <a:off x="2761257" y="2433159"/>
          <a:ext cx="2239051" cy="1579968"/>
        </a:xfrm>
        <a:prstGeom prst="rect">
          <a:avLst/>
        </a:prstGeom>
        <a:solidFill>
          <a:srgbClr val="5B9BD5">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2400" kern="1200" dirty="0">
              <a:solidFill>
                <a:prstClr val="white"/>
              </a:solidFill>
              <a:latin typeface="Times New Roman" panose="02020603050405020304" pitchFamily="18" charset="0"/>
              <a:ea typeface="+mn-ea"/>
              <a:cs typeface="Times New Roman" panose="02020603050405020304" pitchFamily="18" charset="0"/>
            </a:rPr>
            <a:t>Dimensionality Reduction and Visualization:</a:t>
          </a:r>
        </a:p>
        <a:p>
          <a:pPr marL="0" lvl="0" indent="-228600" algn="ctr" defTabSz="622300">
            <a:lnSpc>
              <a:spcPct val="90000"/>
            </a:lnSpc>
            <a:spcBef>
              <a:spcPct val="0"/>
            </a:spcBef>
            <a:spcAft>
              <a:spcPct val="35000"/>
            </a:spcAft>
            <a:buNone/>
          </a:pPr>
          <a:r>
            <a:rPr lang="en-US" sz="2400" kern="1200" dirty="0">
              <a:solidFill>
                <a:prstClr val="white"/>
              </a:solidFill>
              <a:latin typeface="Times New Roman" panose="02020603050405020304" pitchFamily="18" charset="0"/>
              <a:ea typeface="+mn-ea"/>
              <a:cs typeface="Times New Roman" panose="02020603050405020304" pitchFamily="18" charset="0"/>
            </a:rPr>
            <a:t> </a:t>
          </a:r>
          <a:r>
            <a:rPr lang="en-US" sz="2000" kern="1200" dirty="0">
              <a:solidFill>
                <a:prstClr val="white"/>
              </a:solidFill>
              <a:latin typeface="Times New Roman" panose="02020603050405020304" pitchFamily="18" charset="0"/>
              <a:ea typeface="+mn-ea"/>
              <a:cs typeface="Times New Roman" panose="02020603050405020304" pitchFamily="18" charset="0"/>
            </a:rPr>
            <a:t>PCA, t-SNE</a:t>
          </a:r>
        </a:p>
      </dsp:txBody>
      <dsp:txXfrm>
        <a:off x="2761257" y="2433159"/>
        <a:ext cx="2239051" cy="1579968"/>
      </dsp:txXfrm>
    </dsp:sp>
    <dsp:sp modelId="{C87F080B-CD05-4A62-8CF6-2B70364DE970}">
      <dsp:nvSpPr>
        <dsp:cNvPr id="0" name=""/>
        <dsp:cNvSpPr/>
      </dsp:nvSpPr>
      <dsp:spPr>
        <a:xfrm>
          <a:off x="5515290" y="2433159"/>
          <a:ext cx="2239051" cy="15799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Insights</a:t>
          </a:r>
        </a:p>
      </dsp:txBody>
      <dsp:txXfrm>
        <a:off x="5515290" y="2433159"/>
        <a:ext cx="2239051" cy="1579968"/>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F695164-36F5-9EF7-3576-AF59BD5551DD}"/>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742364DA-E975-7845-A703-F27441A59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9B55BB9-75DD-4F72-1B66-2EFC160952DA}"/>
              </a:ext>
            </a:extLst>
          </p:cNvPr>
          <p:cNvSpPr>
            <a:spLocks noGrp="1"/>
          </p:cNvSpPr>
          <p:nvPr>
            <p:ph type="sldNum" sz="quarter" idx="12"/>
          </p:nvPr>
        </p:nvSpPr>
        <p:spPr/>
        <p:txBody>
          <a:bodyPr/>
          <a:lstStyle>
            <a:lvl1pPr>
              <a:defRPr/>
            </a:lvl1pPr>
          </a:lstStyle>
          <a:p>
            <a:pPr>
              <a:defRPr/>
            </a:pPr>
            <a:fld id="{3393D03B-4185-4A93-9263-97BEEBAD41A1}" type="slidenum">
              <a:rPr lang="en-US" altLang="en-US"/>
              <a:pPr>
                <a:defRPr/>
              </a:pPr>
              <a:t>‹#›</a:t>
            </a:fld>
            <a:endParaRPr lang="en-US" altLang="en-US"/>
          </a:p>
        </p:txBody>
      </p:sp>
    </p:spTree>
    <p:extLst>
      <p:ext uri="{BB962C8B-B14F-4D97-AF65-F5344CB8AC3E}">
        <p14:creationId xmlns:p14="http://schemas.microsoft.com/office/powerpoint/2010/main" val="1839486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A08F4A-D472-DF7E-88E1-199BA0ED7E32}"/>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BE5F036F-F77B-5CC1-78CE-3A88BBB5A17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4BC368F-9B9F-BD88-0E03-4A62492A6871}"/>
              </a:ext>
            </a:extLst>
          </p:cNvPr>
          <p:cNvSpPr>
            <a:spLocks noGrp="1"/>
          </p:cNvSpPr>
          <p:nvPr>
            <p:ph type="sldNum" sz="quarter" idx="12"/>
          </p:nvPr>
        </p:nvSpPr>
        <p:spPr/>
        <p:txBody>
          <a:bodyPr/>
          <a:lstStyle>
            <a:lvl1pPr>
              <a:defRPr/>
            </a:lvl1pPr>
          </a:lstStyle>
          <a:p>
            <a:pPr>
              <a:defRPr/>
            </a:pPr>
            <a:fld id="{73DEFDF0-F58F-4DFE-90A1-1F59B316E978}" type="slidenum">
              <a:rPr lang="en-US" altLang="en-US"/>
              <a:pPr>
                <a:defRPr/>
              </a:pPr>
              <a:t>‹#›</a:t>
            </a:fld>
            <a:endParaRPr lang="en-US" altLang="en-US"/>
          </a:p>
        </p:txBody>
      </p:sp>
    </p:spTree>
    <p:extLst>
      <p:ext uri="{BB962C8B-B14F-4D97-AF65-F5344CB8AC3E}">
        <p14:creationId xmlns:p14="http://schemas.microsoft.com/office/powerpoint/2010/main" val="2323224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63C8067-E9B8-EB57-37DD-1B02094C9E41}"/>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363749D-B170-FBD5-FA1C-121E93ED673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54126DE-2B8B-3594-B616-3397D43F3D62}"/>
              </a:ext>
            </a:extLst>
          </p:cNvPr>
          <p:cNvSpPr>
            <a:spLocks noGrp="1"/>
          </p:cNvSpPr>
          <p:nvPr>
            <p:ph type="sldNum" sz="quarter" idx="12"/>
          </p:nvPr>
        </p:nvSpPr>
        <p:spPr/>
        <p:txBody>
          <a:bodyPr/>
          <a:lstStyle>
            <a:lvl1pPr>
              <a:defRPr/>
            </a:lvl1pPr>
          </a:lstStyle>
          <a:p>
            <a:pPr>
              <a:defRPr/>
            </a:pPr>
            <a:fld id="{D3C5AC83-F409-4909-9C49-CCF9318A9EEE}" type="slidenum">
              <a:rPr lang="en-US" altLang="en-US"/>
              <a:pPr>
                <a:defRPr/>
              </a:pPr>
              <a:t>‹#›</a:t>
            </a:fld>
            <a:endParaRPr lang="en-US" altLang="en-US"/>
          </a:p>
        </p:txBody>
      </p:sp>
    </p:spTree>
    <p:extLst>
      <p:ext uri="{BB962C8B-B14F-4D97-AF65-F5344CB8AC3E}">
        <p14:creationId xmlns:p14="http://schemas.microsoft.com/office/powerpoint/2010/main" val="1609074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D5E40198-58B0-B410-E6D1-5F7624B2DC78}"/>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9E22285B-F4FA-0C1F-0394-D3C20DE4127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8510C35-AAC0-000B-E2C7-800617727591}"/>
              </a:ext>
            </a:extLst>
          </p:cNvPr>
          <p:cNvSpPr>
            <a:spLocks noGrp="1"/>
          </p:cNvSpPr>
          <p:nvPr>
            <p:ph type="sldNum" sz="quarter" idx="12"/>
          </p:nvPr>
        </p:nvSpPr>
        <p:spPr/>
        <p:txBody>
          <a:bodyPr/>
          <a:lstStyle>
            <a:lvl1pPr>
              <a:defRPr/>
            </a:lvl1pPr>
          </a:lstStyle>
          <a:p>
            <a:pPr>
              <a:defRPr/>
            </a:pPr>
            <a:fld id="{394E722B-9AA8-4B5E-8A1E-A1F130A82D04}" type="slidenum">
              <a:rPr lang="en-US" altLang="en-US"/>
              <a:pPr>
                <a:defRPr/>
              </a:pPr>
              <a:t>‹#›</a:t>
            </a:fld>
            <a:endParaRPr lang="en-US" altLang="en-US"/>
          </a:p>
        </p:txBody>
      </p:sp>
    </p:spTree>
    <p:extLst>
      <p:ext uri="{BB962C8B-B14F-4D97-AF65-F5344CB8AC3E}">
        <p14:creationId xmlns:p14="http://schemas.microsoft.com/office/powerpoint/2010/main" val="4159333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15D7C8AB-45E4-EECD-CAF0-8D9BD74E5529}"/>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96EAD0AC-A8C7-4AC5-0405-62B9A54AB44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1BC4B623-5656-DEF5-A0F7-CF8D8C93017E}"/>
              </a:ext>
            </a:extLst>
          </p:cNvPr>
          <p:cNvSpPr>
            <a:spLocks noGrp="1"/>
          </p:cNvSpPr>
          <p:nvPr>
            <p:ph type="sldNum" sz="quarter" idx="12"/>
          </p:nvPr>
        </p:nvSpPr>
        <p:spPr/>
        <p:txBody>
          <a:bodyPr/>
          <a:lstStyle>
            <a:lvl1pPr>
              <a:defRPr/>
            </a:lvl1pPr>
          </a:lstStyle>
          <a:p>
            <a:pPr>
              <a:defRPr/>
            </a:pPr>
            <a:fld id="{16A99B32-04E4-4579-AFA3-FE0BB7E57AC3}" type="slidenum">
              <a:rPr lang="en-US" altLang="en-US"/>
              <a:pPr>
                <a:defRPr/>
              </a:pPr>
              <a:t>‹#›</a:t>
            </a:fld>
            <a:endParaRPr lang="en-US" altLang="en-US"/>
          </a:p>
        </p:txBody>
      </p:sp>
    </p:spTree>
    <p:extLst>
      <p:ext uri="{BB962C8B-B14F-4D97-AF65-F5344CB8AC3E}">
        <p14:creationId xmlns:p14="http://schemas.microsoft.com/office/powerpoint/2010/main" val="2665847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D5FCD627-2472-D451-DF79-0DB24B2B6AD5}"/>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FBA5B374-2B1A-741D-6DA3-E02F77919F0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8DCCB34-5FA2-5906-B02C-43767B54E8AF}"/>
              </a:ext>
            </a:extLst>
          </p:cNvPr>
          <p:cNvSpPr>
            <a:spLocks noGrp="1"/>
          </p:cNvSpPr>
          <p:nvPr>
            <p:ph type="sldNum" sz="quarter" idx="12"/>
          </p:nvPr>
        </p:nvSpPr>
        <p:spPr/>
        <p:txBody>
          <a:bodyPr/>
          <a:lstStyle>
            <a:lvl1pPr>
              <a:defRPr/>
            </a:lvl1pPr>
          </a:lstStyle>
          <a:p>
            <a:pPr>
              <a:defRPr/>
            </a:pPr>
            <a:fld id="{C7786D1C-32DF-4917-BA4B-8B8CE9A4DF05}" type="slidenum">
              <a:rPr lang="en-US" altLang="en-US"/>
              <a:pPr>
                <a:defRPr/>
              </a:pPr>
              <a:t>‹#›</a:t>
            </a:fld>
            <a:endParaRPr lang="en-US" altLang="en-US"/>
          </a:p>
        </p:txBody>
      </p:sp>
    </p:spTree>
    <p:extLst>
      <p:ext uri="{BB962C8B-B14F-4D97-AF65-F5344CB8AC3E}">
        <p14:creationId xmlns:p14="http://schemas.microsoft.com/office/powerpoint/2010/main" val="3353169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F52DE73-00AA-E29B-8B6A-57F2BB05D48E}"/>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4A539779-541F-88C7-2DCB-574EFE6C826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49714B87-1661-F566-9D25-362CA2446049}"/>
              </a:ext>
            </a:extLst>
          </p:cNvPr>
          <p:cNvSpPr>
            <a:spLocks noGrp="1"/>
          </p:cNvSpPr>
          <p:nvPr>
            <p:ph type="sldNum" sz="quarter" idx="12"/>
          </p:nvPr>
        </p:nvSpPr>
        <p:spPr/>
        <p:txBody>
          <a:bodyPr/>
          <a:lstStyle>
            <a:lvl1pPr>
              <a:defRPr/>
            </a:lvl1pPr>
          </a:lstStyle>
          <a:p>
            <a:pPr>
              <a:defRPr/>
            </a:pPr>
            <a:fld id="{41BC1A31-633D-4103-ADD8-1CBC6E8AD601}" type="slidenum">
              <a:rPr lang="en-US" altLang="en-US"/>
              <a:pPr>
                <a:defRPr/>
              </a:pPr>
              <a:t>‹#›</a:t>
            </a:fld>
            <a:endParaRPr lang="en-US" altLang="en-US"/>
          </a:p>
        </p:txBody>
      </p:sp>
    </p:spTree>
    <p:extLst>
      <p:ext uri="{BB962C8B-B14F-4D97-AF65-F5344CB8AC3E}">
        <p14:creationId xmlns:p14="http://schemas.microsoft.com/office/powerpoint/2010/main" val="321400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Edit Master text styles</a:t>
            </a:r>
          </a:p>
        </p:txBody>
      </p:sp>
      <p:sp>
        <p:nvSpPr>
          <p:cNvPr id="5" name="Date Placeholder 3">
            <a:extLst>
              <a:ext uri="{FF2B5EF4-FFF2-40B4-BE49-F238E27FC236}">
                <a16:creationId xmlns:a16="http://schemas.microsoft.com/office/drawing/2014/main" id="{DFEF1680-5B37-1B30-9994-DC5703C73131}"/>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ABE66475-6C66-BD3F-AA3F-150180C2A23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B5A2F16-45EA-FD05-6ED0-0B4F67949CCB}"/>
              </a:ext>
            </a:extLst>
          </p:cNvPr>
          <p:cNvSpPr>
            <a:spLocks noGrp="1"/>
          </p:cNvSpPr>
          <p:nvPr>
            <p:ph type="sldNum" sz="quarter" idx="12"/>
          </p:nvPr>
        </p:nvSpPr>
        <p:spPr/>
        <p:txBody>
          <a:bodyPr/>
          <a:lstStyle>
            <a:lvl1pPr>
              <a:defRPr/>
            </a:lvl1pPr>
          </a:lstStyle>
          <a:p>
            <a:pPr>
              <a:defRPr/>
            </a:pPr>
            <a:fld id="{02F57B41-D8F6-4464-A42E-A11783A0F1B6}" type="slidenum">
              <a:rPr lang="en-US" altLang="en-US"/>
              <a:pPr>
                <a:defRPr/>
              </a:pPr>
              <a:t>‹#›</a:t>
            </a:fld>
            <a:endParaRPr lang="en-US" altLang="en-US"/>
          </a:p>
        </p:txBody>
      </p:sp>
    </p:spTree>
    <p:extLst>
      <p:ext uri="{BB962C8B-B14F-4D97-AF65-F5344CB8AC3E}">
        <p14:creationId xmlns:p14="http://schemas.microsoft.com/office/powerpoint/2010/main" val="1017659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rtlCol="0">
            <a:normAutofit/>
          </a:bodyPr>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Edit Master text styles</a:t>
            </a:r>
          </a:p>
        </p:txBody>
      </p:sp>
      <p:sp>
        <p:nvSpPr>
          <p:cNvPr id="5" name="Date Placeholder 3">
            <a:extLst>
              <a:ext uri="{FF2B5EF4-FFF2-40B4-BE49-F238E27FC236}">
                <a16:creationId xmlns:a16="http://schemas.microsoft.com/office/drawing/2014/main" id="{F8162B43-72D5-F485-B411-EDD9F50E0748}"/>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606346E8-3BD0-2BCF-BB93-5843170A850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271862A-B83D-0F54-808A-0B50311255A5}"/>
              </a:ext>
            </a:extLst>
          </p:cNvPr>
          <p:cNvSpPr>
            <a:spLocks noGrp="1"/>
          </p:cNvSpPr>
          <p:nvPr>
            <p:ph type="sldNum" sz="quarter" idx="12"/>
          </p:nvPr>
        </p:nvSpPr>
        <p:spPr/>
        <p:txBody>
          <a:bodyPr/>
          <a:lstStyle>
            <a:lvl1pPr>
              <a:defRPr/>
            </a:lvl1pPr>
          </a:lstStyle>
          <a:p>
            <a:pPr>
              <a:defRPr/>
            </a:pPr>
            <a:fld id="{02AEEBCC-3124-4C73-846E-9E0F60B182CD}" type="slidenum">
              <a:rPr lang="en-US" altLang="en-US"/>
              <a:pPr>
                <a:defRPr/>
              </a:pPr>
              <a:t>‹#›</a:t>
            </a:fld>
            <a:endParaRPr lang="en-US" altLang="en-US"/>
          </a:p>
        </p:txBody>
      </p:sp>
    </p:spTree>
    <p:extLst>
      <p:ext uri="{BB962C8B-B14F-4D97-AF65-F5344CB8AC3E}">
        <p14:creationId xmlns:p14="http://schemas.microsoft.com/office/powerpoint/2010/main" val="3604036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5AF5E8F-51EE-9DB6-932D-A1608914F66C}"/>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066F8D9-EF18-317F-9F82-3FB109695AF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B438628-E4EF-4CC6-6A66-3AE7751EFDBE}"/>
              </a:ext>
            </a:extLst>
          </p:cNvPr>
          <p:cNvSpPr>
            <a:spLocks noGrp="1"/>
          </p:cNvSpPr>
          <p:nvPr>
            <p:ph type="sldNum" sz="quarter" idx="12"/>
          </p:nvPr>
        </p:nvSpPr>
        <p:spPr/>
        <p:txBody>
          <a:bodyPr/>
          <a:lstStyle>
            <a:lvl1pPr>
              <a:defRPr/>
            </a:lvl1pPr>
          </a:lstStyle>
          <a:p>
            <a:pPr>
              <a:defRPr/>
            </a:pPr>
            <a:fld id="{014880CD-2652-4206-8488-F27767016A0C}" type="slidenum">
              <a:rPr lang="en-US" altLang="en-US"/>
              <a:pPr>
                <a:defRPr/>
              </a:pPr>
              <a:t>‹#›</a:t>
            </a:fld>
            <a:endParaRPr lang="en-US" altLang="en-US"/>
          </a:p>
        </p:txBody>
      </p:sp>
    </p:spTree>
    <p:extLst>
      <p:ext uri="{BB962C8B-B14F-4D97-AF65-F5344CB8AC3E}">
        <p14:creationId xmlns:p14="http://schemas.microsoft.com/office/powerpoint/2010/main" val="1303130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39C71C0-A011-AFF1-902B-E23050FF27E5}"/>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22FACC8A-9504-1137-30ED-EE3BD764A8C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B89F236-3CA1-2D16-1B87-278B59AA9BA3}"/>
              </a:ext>
            </a:extLst>
          </p:cNvPr>
          <p:cNvSpPr>
            <a:spLocks noGrp="1"/>
          </p:cNvSpPr>
          <p:nvPr>
            <p:ph type="sldNum" sz="quarter" idx="12"/>
          </p:nvPr>
        </p:nvSpPr>
        <p:spPr/>
        <p:txBody>
          <a:bodyPr/>
          <a:lstStyle>
            <a:lvl1pPr>
              <a:defRPr/>
            </a:lvl1pPr>
          </a:lstStyle>
          <a:p>
            <a:pPr>
              <a:defRPr/>
            </a:pPr>
            <a:fld id="{BE43AD20-38E8-4B90-9B8B-38293DAA4FFA}" type="slidenum">
              <a:rPr lang="en-US" altLang="en-US"/>
              <a:pPr>
                <a:defRPr/>
              </a:pPr>
              <a:t>‹#›</a:t>
            </a:fld>
            <a:endParaRPr lang="en-US" altLang="en-US"/>
          </a:p>
        </p:txBody>
      </p:sp>
    </p:spTree>
    <p:extLst>
      <p:ext uri="{BB962C8B-B14F-4D97-AF65-F5344CB8AC3E}">
        <p14:creationId xmlns:p14="http://schemas.microsoft.com/office/powerpoint/2010/main" val="1540285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63C9AAC-D948-1FA2-FB4D-6E17328CDC65}"/>
              </a:ext>
            </a:extLst>
          </p:cNvPr>
          <p:cNvSpPr>
            <a:spLocks noGrp="1"/>
          </p:cNvSpPr>
          <p:nvPr>
            <p:ph type="title"/>
          </p:nvPr>
        </p:nvSpPr>
        <p:spPr bwMode="auto">
          <a:xfrm>
            <a:off x="3017838" y="1752600"/>
            <a:ext cx="37855525" cy="636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1A9DAA2-01D7-5D29-727B-2890E5A8F68D}"/>
              </a:ext>
            </a:extLst>
          </p:cNvPr>
          <p:cNvSpPr>
            <a:spLocks noGrp="1"/>
          </p:cNvSpPr>
          <p:nvPr>
            <p:ph type="body" idx="1"/>
          </p:nvPr>
        </p:nvSpPr>
        <p:spPr bwMode="auto">
          <a:xfrm>
            <a:off x="3017838" y="8763000"/>
            <a:ext cx="37855525" cy="2088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09B8D10-CAE5-9FD6-942C-68884863CC8C}"/>
              </a:ext>
            </a:extLst>
          </p:cNvPr>
          <p:cNvSpPr>
            <a:spLocks noGrp="1"/>
          </p:cNvSpPr>
          <p:nvPr>
            <p:ph type="dt" sz="half" idx="2"/>
          </p:nvPr>
        </p:nvSpPr>
        <p:spPr>
          <a:xfrm>
            <a:off x="3017838" y="30510163"/>
            <a:ext cx="9875837" cy="1752600"/>
          </a:xfrm>
          <a:prstGeom prst="rect">
            <a:avLst/>
          </a:prstGeom>
        </p:spPr>
        <p:txBody>
          <a:bodyPr vert="horz" lIns="91440" tIns="45720" rIns="91440" bIns="45720" rtlCol="0" anchor="ctr"/>
          <a:lstStyle>
            <a:lvl1pPr algn="l" eaLnBrk="1" fontAlgn="auto" hangingPunct="1">
              <a:spcBef>
                <a:spcPts val="0"/>
              </a:spcBef>
              <a:spcAft>
                <a:spcPts val="0"/>
              </a:spcAft>
              <a:defRPr sz="5760">
                <a:solidFill>
                  <a:schemeClr val="tx1">
                    <a:tint val="75000"/>
                  </a:schemeClr>
                </a:solidFill>
                <a:latin typeface="+mn-lt"/>
              </a:defRPr>
            </a:lvl1pPr>
          </a:lstStyle>
          <a:p>
            <a:pPr>
              <a:defRPr/>
            </a:pPr>
            <a:endParaRPr lang="en-US"/>
          </a:p>
        </p:txBody>
      </p:sp>
      <p:sp>
        <p:nvSpPr>
          <p:cNvPr id="5" name="Footer Placeholder 4">
            <a:extLst>
              <a:ext uri="{FF2B5EF4-FFF2-40B4-BE49-F238E27FC236}">
                <a16:creationId xmlns:a16="http://schemas.microsoft.com/office/drawing/2014/main" id="{B09CCEE9-8998-1DD8-DD22-B47D8142D3D4}"/>
              </a:ext>
            </a:extLst>
          </p:cNvPr>
          <p:cNvSpPr>
            <a:spLocks noGrp="1"/>
          </p:cNvSpPr>
          <p:nvPr>
            <p:ph type="ftr" sz="quarter" idx="3"/>
          </p:nvPr>
        </p:nvSpPr>
        <p:spPr>
          <a:xfrm>
            <a:off x="14538325" y="30510163"/>
            <a:ext cx="14814550" cy="1752600"/>
          </a:xfrm>
          <a:prstGeom prst="rect">
            <a:avLst/>
          </a:prstGeom>
        </p:spPr>
        <p:txBody>
          <a:bodyPr vert="horz" lIns="91440" tIns="45720" rIns="91440" bIns="45720" rtlCol="0" anchor="ctr"/>
          <a:lstStyle>
            <a:lvl1pPr algn="ctr" eaLnBrk="1" fontAlgn="auto" hangingPunct="1">
              <a:spcBef>
                <a:spcPts val="0"/>
              </a:spcBef>
              <a:spcAft>
                <a:spcPts val="0"/>
              </a:spcAft>
              <a:defRPr sz="576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F6FE2BFF-21BF-0783-5DD3-7FA7255A4DA9}"/>
              </a:ext>
            </a:extLst>
          </p:cNvPr>
          <p:cNvSpPr>
            <a:spLocks noGrp="1"/>
          </p:cNvSpPr>
          <p:nvPr>
            <p:ph type="sldNum" sz="quarter" idx="4"/>
          </p:nvPr>
        </p:nvSpPr>
        <p:spPr>
          <a:xfrm>
            <a:off x="30997525" y="30510163"/>
            <a:ext cx="9875838" cy="175260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5700" smtClean="0">
                <a:solidFill>
                  <a:srgbClr val="898989"/>
                </a:solidFill>
              </a:defRPr>
            </a:lvl1pPr>
          </a:lstStyle>
          <a:p>
            <a:pPr>
              <a:defRPr/>
            </a:pPr>
            <a:fld id="{B60BE464-E429-4D02-9902-14937F724AA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Lst>
  <p:txStyles>
    <p:titleStyle>
      <a:lvl1pPr algn="l" defTabSz="4387850" rtl="0" eaLnBrk="0" fontAlgn="base" hangingPunct="0">
        <a:lnSpc>
          <a:spcPct val="90000"/>
        </a:lnSpc>
        <a:spcBef>
          <a:spcPct val="0"/>
        </a:spcBef>
        <a:spcAft>
          <a:spcPct val="0"/>
        </a:spcAft>
        <a:defRPr sz="21100" kern="1200">
          <a:solidFill>
            <a:schemeClr val="tx1"/>
          </a:solidFill>
          <a:latin typeface="+mj-lt"/>
          <a:ea typeface="+mj-ea"/>
          <a:cs typeface="+mj-cs"/>
        </a:defRPr>
      </a:lvl1pPr>
      <a:lvl2pPr algn="l" defTabSz="4387850" rtl="0" eaLnBrk="0" fontAlgn="base" hangingPunct="0">
        <a:lnSpc>
          <a:spcPct val="90000"/>
        </a:lnSpc>
        <a:spcBef>
          <a:spcPct val="0"/>
        </a:spcBef>
        <a:spcAft>
          <a:spcPct val="0"/>
        </a:spcAft>
        <a:defRPr sz="21100">
          <a:solidFill>
            <a:schemeClr val="tx1"/>
          </a:solidFill>
          <a:latin typeface="Calibri Light" pitchFamily="34" charset="0"/>
        </a:defRPr>
      </a:lvl2pPr>
      <a:lvl3pPr algn="l" defTabSz="4387850" rtl="0" eaLnBrk="0" fontAlgn="base" hangingPunct="0">
        <a:lnSpc>
          <a:spcPct val="90000"/>
        </a:lnSpc>
        <a:spcBef>
          <a:spcPct val="0"/>
        </a:spcBef>
        <a:spcAft>
          <a:spcPct val="0"/>
        </a:spcAft>
        <a:defRPr sz="21100">
          <a:solidFill>
            <a:schemeClr val="tx1"/>
          </a:solidFill>
          <a:latin typeface="Calibri Light" pitchFamily="34" charset="0"/>
        </a:defRPr>
      </a:lvl3pPr>
      <a:lvl4pPr algn="l" defTabSz="4387850" rtl="0" eaLnBrk="0" fontAlgn="base" hangingPunct="0">
        <a:lnSpc>
          <a:spcPct val="90000"/>
        </a:lnSpc>
        <a:spcBef>
          <a:spcPct val="0"/>
        </a:spcBef>
        <a:spcAft>
          <a:spcPct val="0"/>
        </a:spcAft>
        <a:defRPr sz="21100">
          <a:solidFill>
            <a:schemeClr val="tx1"/>
          </a:solidFill>
          <a:latin typeface="Calibri Light" pitchFamily="34" charset="0"/>
        </a:defRPr>
      </a:lvl4pPr>
      <a:lvl5pPr algn="l" defTabSz="4387850" rtl="0" eaLnBrk="0" fontAlgn="base" hangingPunct="0">
        <a:lnSpc>
          <a:spcPct val="90000"/>
        </a:lnSpc>
        <a:spcBef>
          <a:spcPct val="0"/>
        </a:spcBef>
        <a:spcAft>
          <a:spcPct val="0"/>
        </a:spcAft>
        <a:defRPr sz="21100">
          <a:solidFill>
            <a:schemeClr val="tx1"/>
          </a:solidFill>
          <a:latin typeface="Calibri Light" pitchFamily="34" charset="0"/>
        </a:defRPr>
      </a:lvl5pPr>
      <a:lvl6pPr marL="457200" algn="l" defTabSz="4387850" rtl="0" fontAlgn="base">
        <a:lnSpc>
          <a:spcPct val="90000"/>
        </a:lnSpc>
        <a:spcBef>
          <a:spcPct val="0"/>
        </a:spcBef>
        <a:spcAft>
          <a:spcPct val="0"/>
        </a:spcAft>
        <a:defRPr sz="21100">
          <a:solidFill>
            <a:schemeClr val="tx1"/>
          </a:solidFill>
          <a:latin typeface="Calibri Light" pitchFamily="34" charset="0"/>
        </a:defRPr>
      </a:lvl6pPr>
      <a:lvl7pPr marL="914400" algn="l" defTabSz="4387850" rtl="0" fontAlgn="base">
        <a:lnSpc>
          <a:spcPct val="90000"/>
        </a:lnSpc>
        <a:spcBef>
          <a:spcPct val="0"/>
        </a:spcBef>
        <a:spcAft>
          <a:spcPct val="0"/>
        </a:spcAft>
        <a:defRPr sz="21100">
          <a:solidFill>
            <a:schemeClr val="tx1"/>
          </a:solidFill>
          <a:latin typeface="Calibri Light" pitchFamily="34" charset="0"/>
        </a:defRPr>
      </a:lvl7pPr>
      <a:lvl8pPr marL="1371600" algn="l" defTabSz="4387850" rtl="0" fontAlgn="base">
        <a:lnSpc>
          <a:spcPct val="90000"/>
        </a:lnSpc>
        <a:spcBef>
          <a:spcPct val="0"/>
        </a:spcBef>
        <a:spcAft>
          <a:spcPct val="0"/>
        </a:spcAft>
        <a:defRPr sz="21100">
          <a:solidFill>
            <a:schemeClr val="tx1"/>
          </a:solidFill>
          <a:latin typeface="Calibri Light" pitchFamily="34" charset="0"/>
        </a:defRPr>
      </a:lvl8pPr>
      <a:lvl9pPr marL="1828800" algn="l" defTabSz="4387850" rtl="0" fontAlgn="base">
        <a:lnSpc>
          <a:spcPct val="90000"/>
        </a:lnSpc>
        <a:spcBef>
          <a:spcPct val="0"/>
        </a:spcBef>
        <a:spcAft>
          <a:spcPct val="0"/>
        </a:spcAft>
        <a:defRPr sz="21100">
          <a:solidFill>
            <a:schemeClr val="tx1"/>
          </a:solidFill>
          <a:latin typeface="Calibri Light" pitchFamily="34" charset="0"/>
        </a:defRPr>
      </a:lvl9pPr>
    </p:titleStyle>
    <p:bodyStyle>
      <a:lvl1pPr marL="1096963" indent="-1096963" algn="l" defTabSz="4387850" rtl="0" eaLnBrk="0" fontAlgn="base" hangingPunct="0">
        <a:lnSpc>
          <a:spcPct val="90000"/>
        </a:lnSpc>
        <a:spcBef>
          <a:spcPts val="4800"/>
        </a:spcBef>
        <a:spcAft>
          <a:spcPct val="0"/>
        </a:spcAft>
        <a:buFont typeface="Arial" panose="020B0604020202020204" pitchFamily="34" charset="0"/>
        <a:buChar char="•"/>
        <a:defRPr sz="13400" kern="1200">
          <a:solidFill>
            <a:schemeClr val="tx1"/>
          </a:solidFill>
          <a:latin typeface="+mn-lt"/>
          <a:ea typeface="+mn-ea"/>
          <a:cs typeface="+mn-cs"/>
        </a:defRPr>
      </a:lvl1pPr>
      <a:lvl2pPr marL="3290888" indent="-1096963" algn="l" defTabSz="4387850" rtl="0" eaLnBrk="0" fontAlgn="base" hangingPunct="0">
        <a:lnSpc>
          <a:spcPct val="90000"/>
        </a:lnSpc>
        <a:spcBef>
          <a:spcPts val="2400"/>
        </a:spcBef>
        <a:spcAft>
          <a:spcPct val="0"/>
        </a:spcAft>
        <a:buFont typeface="Arial" panose="020B0604020202020204" pitchFamily="34" charset="0"/>
        <a:buChar char="•"/>
        <a:defRPr sz="11500" kern="1200">
          <a:solidFill>
            <a:schemeClr val="tx1"/>
          </a:solidFill>
          <a:latin typeface="+mn-lt"/>
          <a:ea typeface="+mn-ea"/>
          <a:cs typeface="+mn-cs"/>
        </a:defRPr>
      </a:lvl2pPr>
      <a:lvl3pPr marL="5486400" indent="-1096963" algn="l" defTabSz="4387850" rtl="0" eaLnBrk="0" fontAlgn="base" hangingPunct="0">
        <a:lnSpc>
          <a:spcPct val="90000"/>
        </a:lnSpc>
        <a:spcBef>
          <a:spcPts val="2400"/>
        </a:spcBef>
        <a:spcAft>
          <a:spcPct val="0"/>
        </a:spcAft>
        <a:buFont typeface="Arial" panose="020B0604020202020204" pitchFamily="34" charset="0"/>
        <a:buChar char="•"/>
        <a:defRPr sz="9600" kern="1200">
          <a:solidFill>
            <a:schemeClr val="tx1"/>
          </a:solidFill>
          <a:latin typeface="+mn-lt"/>
          <a:ea typeface="+mn-ea"/>
          <a:cs typeface="+mn-cs"/>
        </a:defRPr>
      </a:lvl3pPr>
      <a:lvl4pPr marL="7680325" indent="-1096963" algn="l" defTabSz="4387850" rtl="0" eaLnBrk="0" fontAlgn="base" hangingPunct="0">
        <a:lnSpc>
          <a:spcPct val="90000"/>
        </a:lnSpc>
        <a:spcBef>
          <a:spcPts val="2400"/>
        </a:spcBef>
        <a:spcAft>
          <a:spcPct val="0"/>
        </a:spcAft>
        <a:buFont typeface="Arial" panose="020B0604020202020204" pitchFamily="34" charset="0"/>
        <a:buChar char="•"/>
        <a:defRPr sz="8600" kern="1200">
          <a:solidFill>
            <a:schemeClr val="tx1"/>
          </a:solidFill>
          <a:latin typeface="+mn-lt"/>
          <a:ea typeface="+mn-ea"/>
          <a:cs typeface="+mn-cs"/>
        </a:defRPr>
      </a:lvl4pPr>
      <a:lvl5pPr marL="9874250" indent="-1096963" algn="l" defTabSz="4387850" rtl="0" eaLnBrk="0" fontAlgn="base" hangingPunct="0">
        <a:lnSpc>
          <a:spcPct val="90000"/>
        </a:lnSpc>
        <a:spcBef>
          <a:spcPts val="2400"/>
        </a:spcBef>
        <a:spcAft>
          <a:spcPct val="0"/>
        </a:spcAft>
        <a:buFont typeface="Arial" panose="020B0604020202020204" pitchFamily="34" charset="0"/>
        <a:buChar char="•"/>
        <a:defRPr sz="860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diagramColors" Target="../diagrams/colors1.xml"/><Relationship Id="rId18" Type="http://schemas.openxmlformats.org/officeDocument/2006/relationships/image" Target="../media/image8.png"/><Relationship Id="rId3" Type="http://schemas.openxmlformats.org/officeDocument/2006/relationships/hyperlink" Target="https://arxiv.org/pdf/2411.05036" TargetMode="External"/><Relationship Id="rId7" Type="http://schemas.openxmlformats.org/officeDocument/2006/relationships/image" Target="../media/image2.png"/><Relationship Id="rId12" Type="http://schemas.openxmlformats.org/officeDocument/2006/relationships/diagramQuickStyle" Target="../diagrams/quickStyle1.xml"/><Relationship Id="rId17" Type="http://schemas.openxmlformats.org/officeDocument/2006/relationships/image" Target="../media/image7.png"/><Relationship Id="rId2" Type="http://schemas.openxmlformats.org/officeDocument/2006/relationships/hyperlink" Target="https://pmc.ncbi.nlm.nih.gov/articles/PMC9944441/pdf/10462_2023_Article_10419.pdf" TargetMode="External"/><Relationship Id="rId16"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diagramLayout" Target="../diagrams/layout1.xml"/><Relationship Id="rId5" Type="http://schemas.openxmlformats.org/officeDocument/2006/relationships/hyperlink" Target="https://newsroom.findlay.edu/" TargetMode="External"/><Relationship Id="rId15" Type="http://schemas.openxmlformats.org/officeDocument/2006/relationships/image" Target="../media/image5.png"/><Relationship Id="rId10" Type="http://schemas.openxmlformats.org/officeDocument/2006/relationships/diagramData" Target="../diagrams/data1.xml"/><Relationship Id="rId19" Type="http://schemas.openxmlformats.org/officeDocument/2006/relationships/image" Target="../media/image9.wmf"/><Relationship Id="rId4" Type="http://schemas.openxmlformats.org/officeDocument/2006/relationships/hyperlink" Target="https://www.cs.toronto.edu/~rwang/files/embeddings.pdf" TargetMode="External"/><Relationship Id="rId9" Type="http://schemas.openxmlformats.org/officeDocument/2006/relationships/image" Target="../media/image4.png"/><Relationship Id="rId14" Type="http://schemas.microsoft.com/office/2007/relationships/diagramDrawing" Target="../diagrams/drawin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3AB4B3F-094B-4376-E4BC-483808CD29C8}"/>
              </a:ext>
            </a:extLst>
          </p:cNvPr>
          <p:cNvSpPr/>
          <p:nvPr/>
        </p:nvSpPr>
        <p:spPr>
          <a:xfrm>
            <a:off x="381000" y="5771357"/>
            <a:ext cx="43129200" cy="24364156"/>
          </a:xfrm>
          <a:prstGeom prst="rect">
            <a:avLst/>
          </a:prstGeom>
          <a:solidFill>
            <a:schemeClr val="tx1"/>
          </a:solidFill>
          <a:ln w="38100">
            <a:solidFill>
              <a:schemeClr val="tx1">
                <a:alpha val="0"/>
              </a:schemeClr>
            </a:solid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fontAlgn="auto" hangingPunct="1">
              <a:spcBef>
                <a:spcPts val="0"/>
              </a:spcBef>
              <a:spcAft>
                <a:spcPts val="0"/>
              </a:spcAft>
              <a:defRPr/>
            </a:pPr>
            <a:endParaRPr lang="en-US" baseline="-25000" dirty="0">
              <a:solidFill>
                <a:schemeClr val="tx1"/>
              </a:solidFill>
              <a:highlight>
                <a:srgbClr val="000000"/>
              </a:highlight>
              <a:latin typeface="Franklin Gothic Medium" panose="020B0603020102020204" pitchFamily="34" charset="0"/>
            </a:endParaRPr>
          </a:p>
        </p:txBody>
      </p:sp>
      <p:sp>
        <p:nvSpPr>
          <p:cNvPr id="30" name="Rectangle 29">
            <a:extLst>
              <a:ext uri="{FF2B5EF4-FFF2-40B4-BE49-F238E27FC236}">
                <a16:creationId xmlns:a16="http://schemas.microsoft.com/office/drawing/2014/main" id="{D1193E45-5B49-81AE-0F1E-F02DFBE3B8FD}"/>
              </a:ext>
            </a:extLst>
          </p:cNvPr>
          <p:cNvSpPr/>
          <p:nvPr/>
        </p:nvSpPr>
        <p:spPr>
          <a:xfrm>
            <a:off x="0" y="8972550"/>
            <a:ext cx="43891200" cy="23907750"/>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fontAlgn="auto" hangingPunct="1">
              <a:spcBef>
                <a:spcPts val="0"/>
              </a:spcBef>
              <a:spcAft>
                <a:spcPts val="0"/>
              </a:spcAft>
              <a:defRPr/>
            </a:pPr>
            <a:endParaRPr lang="en-US">
              <a:latin typeface="Franklin Gothic Medium" panose="020B0603020102020204" pitchFamily="34" charset="0"/>
            </a:endParaRPr>
          </a:p>
        </p:txBody>
      </p:sp>
      <p:sp>
        <p:nvSpPr>
          <p:cNvPr id="32" name="Text Box 80">
            <a:extLst>
              <a:ext uri="{FF2B5EF4-FFF2-40B4-BE49-F238E27FC236}">
                <a16:creationId xmlns:a16="http://schemas.microsoft.com/office/drawing/2014/main" id="{0AAFCCEC-411D-9D2D-8958-506E88C2BDAD}"/>
              </a:ext>
            </a:extLst>
          </p:cNvPr>
          <p:cNvSpPr txBox="1">
            <a:spLocks noChangeArrowheads="1"/>
          </p:cNvSpPr>
          <p:nvPr/>
        </p:nvSpPr>
        <p:spPr bwMode="auto">
          <a:xfrm>
            <a:off x="11836400" y="6248400"/>
            <a:ext cx="9177338" cy="879475"/>
          </a:xfrm>
          <a:prstGeom prst="rect">
            <a:avLst/>
          </a:prstGeom>
          <a:solidFill>
            <a:schemeClr val="tx1">
              <a:lumMod val="75000"/>
              <a:lumOff val="25000"/>
            </a:schemeClr>
          </a:solidFill>
          <a:ln>
            <a:solidFill>
              <a:schemeClr val="tx1">
                <a:lumMod val="65000"/>
                <a:lumOff val="35000"/>
              </a:schemeClr>
            </a:solidFill>
          </a:ln>
          <a:effectLst>
            <a:outerShdw blurRad="50800" dist="38100" dir="2700000" algn="tl" rotWithShape="0">
              <a:prstClr val="black">
                <a:alpha val="40000"/>
              </a:prstClr>
            </a:outerShdw>
          </a:effectLst>
        </p:spPr>
        <p:txBody>
          <a:bodyPr anchor="ctr"/>
          <a:lstStyle>
            <a:lvl1pPr defTabSz="4702175" eaLnBrk="0" hangingPunct="0">
              <a:defRPr sz="9300">
                <a:solidFill>
                  <a:schemeClr val="tx1"/>
                </a:solidFill>
                <a:latin typeface="Arial" panose="020B0604020202020204" pitchFamily="34" charset="0"/>
              </a:defRPr>
            </a:lvl1pPr>
            <a:lvl2pPr marL="742950" indent="-285750" defTabSz="4702175" eaLnBrk="0" hangingPunct="0">
              <a:defRPr sz="9300">
                <a:solidFill>
                  <a:schemeClr val="tx1"/>
                </a:solidFill>
                <a:latin typeface="Arial" panose="020B0604020202020204" pitchFamily="34" charset="0"/>
              </a:defRPr>
            </a:lvl2pPr>
            <a:lvl3pPr marL="1143000" indent="-228600" defTabSz="4702175" eaLnBrk="0" hangingPunct="0">
              <a:defRPr sz="9300">
                <a:solidFill>
                  <a:schemeClr val="tx1"/>
                </a:solidFill>
                <a:latin typeface="Arial" panose="020B0604020202020204" pitchFamily="34" charset="0"/>
              </a:defRPr>
            </a:lvl3pPr>
            <a:lvl4pPr marL="1600200" indent="-228600" defTabSz="4702175" eaLnBrk="0" hangingPunct="0">
              <a:defRPr sz="9300">
                <a:solidFill>
                  <a:schemeClr val="tx1"/>
                </a:solidFill>
                <a:latin typeface="Arial" panose="020B0604020202020204" pitchFamily="34" charset="0"/>
              </a:defRPr>
            </a:lvl4pPr>
            <a:lvl5pPr marL="2057400" indent="-228600" defTabSz="4702175" eaLnBrk="0" hangingPunct="0">
              <a:defRPr sz="9300">
                <a:solidFill>
                  <a:schemeClr val="tx1"/>
                </a:solidFill>
                <a:latin typeface="Arial" panose="020B0604020202020204" pitchFamily="34" charset="0"/>
              </a:defRPr>
            </a:lvl5pPr>
            <a:lvl6pPr marL="2514600" indent="-228600" defTabSz="4702175" eaLnBrk="0" fontAlgn="base" hangingPunct="0">
              <a:spcBef>
                <a:spcPct val="0"/>
              </a:spcBef>
              <a:spcAft>
                <a:spcPct val="0"/>
              </a:spcAft>
              <a:defRPr sz="9300">
                <a:solidFill>
                  <a:schemeClr val="tx1"/>
                </a:solidFill>
                <a:latin typeface="Arial" panose="020B0604020202020204" pitchFamily="34" charset="0"/>
              </a:defRPr>
            </a:lvl6pPr>
            <a:lvl7pPr marL="2971800" indent="-228600" defTabSz="4702175" eaLnBrk="0" fontAlgn="base" hangingPunct="0">
              <a:spcBef>
                <a:spcPct val="0"/>
              </a:spcBef>
              <a:spcAft>
                <a:spcPct val="0"/>
              </a:spcAft>
              <a:defRPr sz="9300">
                <a:solidFill>
                  <a:schemeClr val="tx1"/>
                </a:solidFill>
                <a:latin typeface="Arial" panose="020B0604020202020204" pitchFamily="34" charset="0"/>
              </a:defRPr>
            </a:lvl7pPr>
            <a:lvl8pPr marL="3429000" indent="-228600" defTabSz="4702175" eaLnBrk="0" fontAlgn="base" hangingPunct="0">
              <a:spcBef>
                <a:spcPct val="0"/>
              </a:spcBef>
              <a:spcAft>
                <a:spcPct val="0"/>
              </a:spcAft>
              <a:defRPr sz="9300">
                <a:solidFill>
                  <a:schemeClr val="tx1"/>
                </a:solidFill>
                <a:latin typeface="Arial" panose="020B0604020202020204" pitchFamily="34" charset="0"/>
              </a:defRPr>
            </a:lvl8pPr>
            <a:lvl9pPr marL="3886200" indent="-228600" defTabSz="4702175" eaLnBrk="0" fontAlgn="base" hangingPunct="0">
              <a:spcBef>
                <a:spcPct val="0"/>
              </a:spcBef>
              <a:spcAft>
                <a:spcPct val="0"/>
              </a:spcAft>
              <a:defRPr sz="9300">
                <a:solidFill>
                  <a:schemeClr val="tx1"/>
                </a:solidFill>
                <a:latin typeface="Arial" panose="020B0604020202020204" pitchFamily="34" charset="0"/>
              </a:defRPr>
            </a:lvl9pPr>
          </a:lstStyle>
          <a:p>
            <a:pPr algn="ctr" eaLnBrk="1" fontAlgn="auto" hangingPunct="1">
              <a:spcBef>
                <a:spcPct val="50000"/>
              </a:spcBef>
              <a:spcAft>
                <a:spcPts val="0"/>
              </a:spcAft>
              <a:defRPr/>
            </a:pPr>
            <a:r>
              <a:rPr lang="en-US" altLang="en-US" sz="5400" b="1" dirty="0">
                <a:solidFill>
                  <a:schemeClr val="bg1"/>
                </a:solidFill>
                <a:cs typeface="Arial" panose="020B0604020202020204" pitchFamily="34" charset="0"/>
              </a:rPr>
              <a:t>METHOD</a:t>
            </a:r>
          </a:p>
        </p:txBody>
      </p:sp>
      <p:sp>
        <p:nvSpPr>
          <p:cNvPr id="2054" name="Text Box 81">
            <a:extLst>
              <a:ext uri="{FF2B5EF4-FFF2-40B4-BE49-F238E27FC236}">
                <a16:creationId xmlns:a16="http://schemas.microsoft.com/office/drawing/2014/main" id="{3A06D438-38E6-FE28-848C-1A7668CB970B}"/>
              </a:ext>
            </a:extLst>
          </p:cNvPr>
          <p:cNvSpPr txBox="1">
            <a:spLocks noChangeArrowheads="1"/>
          </p:cNvSpPr>
          <p:nvPr/>
        </p:nvSpPr>
        <p:spPr bwMode="auto">
          <a:xfrm>
            <a:off x="11787188" y="11963400"/>
            <a:ext cx="9177338" cy="3897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defTabSz="4702175">
              <a:defRPr>
                <a:solidFill>
                  <a:schemeClr val="tx1"/>
                </a:solidFill>
                <a:latin typeface="Calibri" panose="020F0502020204030204" pitchFamily="34" charset="0"/>
              </a:defRPr>
            </a:lvl1pPr>
            <a:lvl2pPr marL="914400" indent="-457200" defTabSz="4702175">
              <a:defRPr>
                <a:solidFill>
                  <a:schemeClr val="tx1"/>
                </a:solidFill>
                <a:latin typeface="Calibri" panose="020F0502020204030204" pitchFamily="34" charset="0"/>
              </a:defRPr>
            </a:lvl2pPr>
            <a:lvl3pPr marL="1143000" indent="-228600" defTabSz="4702175">
              <a:defRPr>
                <a:solidFill>
                  <a:schemeClr val="tx1"/>
                </a:solidFill>
                <a:latin typeface="Calibri" panose="020F0502020204030204" pitchFamily="34" charset="0"/>
              </a:defRPr>
            </a:lvl3pPr>
            <a:lvl4pPr marL="1600200" indent="-228600" defTabSz="4702175">
              <a:defRPr>
                <a:solidFill>
                  <a:schemeClr val="tx1"/>
                </a:solidFill>
                <a:latin typeface="Calibri" panose="020F0502020204030204" pitchFamily="34" charset="0"/>
              </a:defRPr>
            </a:lvl4pPr>
            <a:lvl5pPr marL="2057400" indent="-228600" defTabSz="4702175">
              <a:defRPr>
                <a:solidFill>
                  <a:schemeClr val="tx1"/>
                </a:solidFill>
                <a:latin typeface="Calibri" panose="020F0502020204030204" pitchFamily="34" charset="0"/>
              </a:defRPr>
            </a:lvl5pPr>
            <a:lvl6pPr marL="2514600" indent="-228600" defTabSz="4702175" eaLnBrk="0" fontAlgn="base" hangingPunct="0">
              <a:spcBef>
                <a:spcPct val="0"/>
              </a:spcBef>
              <a:spcAft>
                <a:spcPct val="0"/>
              </a:spcAft>
              <a:defRPr>
                <a:solidFill>
                  <a:schemeClr val="tx1"/>
                </a:solidFill>
                <a:latin typeface="Calibri" panose="020F0502020204030204" pitchFamily="34" charset="0"/>
              </a:defRPr>
            </a:lvl6pPr>
            <a:lvl7pPr marL="2971800" indent="-228600" defTabSz="4702175" eaLnBrk="0" fontAlgn="base" hangingPunct="0">
              <a:spcBef>
                <a:spcPct val="0"/>
              </a:spcBef>
              <a:spcAft>
                <a:spcPct val="0"/>
              </a:spcAft>
              <a:defRPr>
                <a:solidFill>
                  <a:schemeClr val="tx1"/>
                </a:solidFill>
                <a:latin typeface="Calibri" panose="020F0502020204030204" pitchFamily="34" charset="0"/>
              </a:defRPr>
            </a:lvl7pPr>
            <a:lvl8pPr marL="3429000" indent="-228600" defTabSz="4702175" eaLnBrk="0" fontAlgn="base" hangingPunct="0">
              <a:spcBef>
                <a:spcPct val="0"/>
              </a:spcBef>
              <a:spcAft>
                <a:spcPct val="0"/>
              </a:spcAft>
              <a:defRPr>
                <a:solidFill>
                  <a:schemeClr val="tx1"/>
                </a:solidFill>
                <a:latin typeface="Calibri" panose="020F0502020204030204" pitchFamily="34" charset="0"/>
              </a:defRPr>
            </a:lvl8pPr>
            <a:lvl9pPr marL="3886200" indent="-228600" defTabSz="4702175" eaLnBrk="0" fontAlgn="base" hangingPunct="0">
              <a:spcBef>
                <a:spcPct val="0"/>
              </a:spcBef>
              <a:spcAft>
                <a:spcPct val="0"/>
              </a:spcAft>
              <a:defRPr>
                <a:solidFill>
                  <a:schemeClr val="tx1"/>
                </a:solidFill>
                <a:latin typeface="Calibri" panose="020F0502020204030204" pitchFamily="34" charset="0"/>
              </a:defRPr>
            </a:lvl9pPr>
          </a:lstStyle>
          <a:p>
            <a:pPr marL="0" indent="0"/>
            <a:r>
              <a:rPr lang="en-US" altLang="en-US" sz="3000" dirty="0">
                <a:solidFill>
                  <a:srgbClr val="F8F8F8"/>
                </a:solidFill>
                <a:latin typeface="Times New Roman" panose="02020603050405020304" pitchFamily="18" charset="0"/>
                <a:cs typeface="Times New Roman" panose="02020603050405020304" pitchFamily="18" charset="0"/>
              </a:rPr>
              <a:t>After data collection and preprocessing, the three embedding models tested for representation were:</a:t>
            </a:r>
          </a:p>
          <a:p>
            <a:pPr lvl="1">
              <a:buFont typeface="Arial" panose="020B0604020202020204" pitchFamily="34" charset="0"/>
              <a:buChar char="•"/>
            </a:pPr>
            <a:r>
              <a:rPr lang="en-US" altLang="en-US" sz="3000" dirty="0">
                <a:solidFill>
                  <a:srgbClr val="F8F8F8"/>
                </a:solidFill>
                <a:latin typeface="Times New Roman" panose="02020603050405020304" pitchFamily="18" charset="0"/>
                <a:cs typeface="Times New Roman" panose="02020603050405020304" pitchFamily="18" charset="0"/>
              </a:rPr>
              <a:t>Word2Vec – captured local context</a:t>
            </a:r>
          </a:p>
          <a:p>
            <a:pPr lvl="1">
              <a:buFont typeface="Arial" panose="020B0604020202020204" pitchFamily="34" charset="0"/>
              <a:buChar char="•"/>
            </a:pPr>
            <a:r>
              <a:rPr lang="en-US" altLang="en-US" sz="3000" dirty="0">
                <a:solidFill>
                  <a:srgbClr val="F8F8F8"/>
                </a:solidFill>
                <a:latin typeface="Times New Roman" panose="02020603050405020304" pitchFamily="18" charset="0"/>
                <a:cs typeface="Times New Roman" panose="02020603050405020304" pitchFamily="18" charset="0"/>
              </a:rPr>
              <a:t>GloVe – learned global co-occurrence patterns</a:t>
            </a:r>
          </a:p>
          <a:p>
            <a:pPr lvl="1">
              <a:buFont typeface="Arial" panose="020B0604020202020204" pitchFamily="34" charset="0"/>
              <a:buChar char="•"/>
            </a:pPr>
            <a:r>
              <a:rPr lang="en-US" altLang="en-US" sz="3000" dirty="0">
                <a:solidFill>
                  <a:srgbClr val="F8F8F8"/>
                </a:solidFill>
                <a:latin typeface="Times New Roman" panose="02020603050405020304" pitchFamily="18" charset="0"/>
                <a:cs typeface="Times New Roman" panose="02020603050405020304" pitchFamily="18" charset="0"/>
              </a:rPr>
              <a:t>BERT – conducted deep contextual transformer embedding</a:t>
            </a:r>
          </a:p>
          <a:p>
            <a:pPr marL="0" indent="0"/>
            <a:r>
              <a:rPr lang="en-US" altLang="en-US" sz="3000" dirty="0">
                <a:solidFill>
                  <a:srgbClr val="F8F8F8"/>
                </a:solidFill>
                <a:latin typeface="Times New Roman" panose="02020603050405020304" pitchFamily="18" charset="0"/>
                <a:cs typeface="Times New Roman" panose="02020603050405020304" pitchFamily="18" charset="0"/>
              </a:rPr>
              <a:t>Each embedding was clustered using:</a:t>
            </a:r>
          </a:p>
          <a:p>
            <a:pPr lvl="1">
              <a:buFont typeface="Arial" panose="020B0604020202020204" pitchFamily="34" charset="0"/>
              <a:buChar char="•"/>
            </a:pPr>
            <a:r>
              <a:rPr lang="en-US" altLang="en-US" sz="3000" dirty="0">
                <a:solidFill>
                  <a:srgbClr val="F8F8F8"/>
                </a:solidFill>
                <a:latin typeface="Times New Roman" panose="02020603050405020304" pitchFamily="18" charset="0"/>
                <a:cs typeface="Times New Roman" panose="02020603050405020304" pitchFamily="18" charset="0"/>
              </a:rPr>
              <a:t>K-Means with cluster sizes k = 2–15 </a:t>
            </a:r>
          </a:p>
          <a:p>
            <a:pPr lvl="1">
              <a:buFont typeface="Arial" panose="020B0604020202020204" pitchFamily="34" charset="0"/>
              <a:buChar char="•"/>
            </a:pPr>
            <a:r>
              <a:rPr lang="en-US" altLang="en-US" sz="3000" dirty="0">
                <a:solidFill>
                  <a:srgbClr val="F8F8F8"/>
                </a:solidFill>
                <a:latin typeface="Times New Roman" panose="02020603050405020304" pitchFamily="18" charset="0"/>
                <a:cs typeface="Times New Roman" panose="02020603050405020304" pitchFamily="18" charset="0"/>
              </a:rPr>
              <a:t>Hierarchical Clustering with n = 2,7,13,15</a:t>
            </a:r>
          </a:p>
          <a:p>
            <a:pPr lvl="1">
              <a:buFont typeface="Arial" panose="020B0604020202020204" pitchFamily="34" charset="0"/>
              <a:buChar char="•"/>
            </a:pPr>
            <a:endParaRPr lang="en-US" altLang="en-US" sz="3000" dirty="0">
              <a:solidFill>
                <a:srgbClr val="F8F8F8"/>
              </a:solidFill>
              <a:latin typeface="Times New Roman" panose="02020603050405020304" pitchFamily="18" charset="0"/>
              <a:cs typeface="Times New Roman" panose="02020603050405020304" pitchFamily="18" charset="0"/>
            </a:endParaRPr>
          </a:p>
        </p:txBody>
      </p:sp>
      <p:sp>
        <p:nvSpPr>
          <p:cNvPr id="36" name="Text Box 84">
            <a:extLst>
              <a:ext uri="{FF2B5EF4-FFF2-40B4-BE49-F238E27FC236}">
                <a16:creationId xmlns:a16="http://schemas.microsoft.com/office/drawing/2014/main" id="{A7F7ED0F-77E1-ACEF-E7C2-248374B23B69}"/>
              </a:ext>
            </a:extLst>
          </p:cNvPr>
          <p:cNvSpPr txBox="1">
            <a:spLocks noChangeArrowheads="1"/>
          </p:cNvSpPr>
          <p:nvPr/>
        </p:nvSpPr>
        <p:spPr bwMode="auto">
          <a:xfrm>
            <a:off x="33656905" y="15087600"/>
            <a:ext cx="9178925" cy="879475"/>
          </a:xfrm>
          <a:prstGeom prst="rect">
            <a:avLst/>
          </a:prstGeom>
          <a:solidFill>
            <a:schemeClr val="tx1">
              <a:lumMod val="75000"/>
              <a:lumOff val="25000"/>
            </a:schemeClr>
          </a:solidFill>
          <a:ln>
            <a:solidFill>
              <a:schemeClr val="tx1">
                <a:lumMod val="65000"/>
                <a:lumOff val="35000"/>
              </a:schemeClr>
            </a:solidFill>
          </a:ln>
          <a:effectLst>
            <a:outerShdw blurRad="50800" dist="38100" dir="2700000" algn="tl" rotWithShape="0">
              <a:prstClr val="black">
                <a:alpha val="40000"/>
              </a:prstClr>
            </a:outerShdw>
          </a:effectLst>
        </p:spPr>
        <p:txBody>
          <a:bodyPr anchor="ctr"/>
          <a:lstStyle>
            <a:lvl1pPr defTabSz="4702175" eaLnBrk="0" hangingPunct="0">
              <a:defRPr sz="9300">
                <a:solidFill>
                  <a:schemeClr val="tx1"/>
                </a:solidFill>
                <a:latin typeface="Arial" panose="020B0604020202020204" pitchFamily="34" charset="0"/>
              </a:defRPr>
            </a:lvl1pPr>
            <a:lvl2pPr marL="742950" indent="-285750" defTabSz="4702175" eaLnBrk="0" hangingPunct="0">
              <a:defRPr sz="9300">
                <a:solidFill>
                  <a:schemeClr val="tx1"/>
                </a:solidFill>
                <a:latin typeface="Arial" panose="020B0604020202020204" pitchFamily="34" charset="0"/>
              </a:defRPr>
            </a:lvl2pPr>
            <a:lvl3pPr marL="1143000" indent="-228600" defTabSz="4702175" eaLnBrk="0" hangingPunct="0">
              <a:defRPr sz="9300">
                <a:solidFill>
                  <a:schemeClr val="tx1"/>
                </a:solidFill>
                <a:latin typeface="Arial" panose="020B0604020202020204" pitchFamily="34" charset="0"/>
              </a:defRPr>
            </a:lvl3pPr>
            <a:lvl4pPr marL="1600200" indent="-228600" defTabSz="4702175" eaLnBrk="0" hangingPunct="0">
              <a:defRPr sz="9300">
                <a:solidFill>
                  <a:schemeClr val="tx1"/>
                </a:solidFill>
                <a:latin typeface="Arial" panose="020B0604020202020204" pitchFamily="34" charset="0"/>
              </a:defRPr>
            </a:lvl4pPr>
            <a:lvl5pPr marL="2057400" indent="-228600" defTabSz="4702175" eaLnBrk="0" hangingPunct="0">
              <a:defRPr sz="9300">
                <a:solidFill>
                  <a:schemeClr val="tx1"/>
                </a:solidFill>
                <a:latin typeface="Arial" panose="020B0604020202020204" pitchFamily="34" charset="0"/>
              </a:defRPr>
            </a:lvl5pPr>
            <a:lvl6pPr marL="2514600" indent="-228600" defTabSz="4702175" eaLnBrk="0" fontAlgn="base" hangingPunct="0">
              <a:spcBef>
                <a:spcPct val="0"/>
              </a:spcBef>
              <a:spcAft>
                <a:spcPct val="0"/>
              </a:spcAft>
              <a:defRPr sz="9300">
                <a:solidFill>
                  <a:schemeClr val="tx1"/>
                </a:solidFill>
                <a:latin typeface="Arial" panose="020B0604020202020204" pitchFamily="34" charset="0"/>
              </a:defRPr>
            </a:lvl6pPr>
            <a:lvl7pPr marL="2971800" indent="-228600" defTabSz="4702175" eaLnBrk="0" fontAlgn="base" hangingPunct="0">
              <a:spcBef>
                <a:spcPct val="0"/>
              </a:spcBef>
              <a:spcAft>
                <a:spcPct val="0"/>
              </a:spcAft>
              <a:defRPr sz="9300">
                <a:solidFill>
                  <a:schemeClr val="tx1"/>
                </a:solidFill>
                <a:latin typeface="Arial" panose="020B0604020202020204" pitchFamily="34" charset="0"/>
              </a:defRPr>
            </a:lvl7pPr>
            <a:lvl8pPr marL="3429000" indent="-228600" defTabSz="4702175" eaLnBrk="0" fontAlgn="base" hangingPunct="0">
              <a:spcBef>
                <a:spcPct val="0"/>
              </a:spcBef>
              <a:spcAft>
                <a:spcPct val="0"/>
              </a:spcAft>
              <a:defRPr sz="9300">
                <a:solidFill>
                  <a:schemeClr val="tx1"/>
                </a:solidFill>
                <a:latin typeface="Arial" panose="020B0604020202020204" pitchFamily="34" charset="0"/>
              </a:defRPr>
            </a:lvl8pPr>
            <a:lvl9pPr marL="3886200" indent="-228600" defTabSz="4702175" eaLnBrk="0" fontAlgn="base" hangingPunct="0">
              <a:spcBef>
                <a:spcPct val="0"/>
              </a:spcBef>
              <a:spcAft>
                <a:spcPct val="0"/>
              </a:spcAft>
              <a:defRPr sz="9300">
                <a:solidFill>
                  <a:schemeClr val="tx1"/>
                </a:solidFill>
                <a:latin typeface="Arial" panose="020B0604020202020204" pitchFamily="34" charset="0"/>
              </a:defRPr>
            </a:lvl9pPr>
          </a:lstStyle>
          <a:p>
            <a:pPr algn="ctr" eaLnBrk="1" fontAlgn="auto" hangingPunct="1">
              <a:spcBef>
                <a:spcPct val="50000"/>
              </a:spcBef>
              <a:spcAft>
                <a:spcPts val="0"/>
              </a:spcAft>
              <a:defRPr/>
            </a:pPr>
            <a:r>
              <a:rPr lang="en-US" altLang="en-US" sz="5400" b="1" dirty="0">
                <a:solidFill>
                  <a:schemeClr val="bg1"/>
                </a:solidFill>
                <a:cs typeface="Arial" panose="020B0604020202020204" pitchFamily="34" charset="0"/>
              </a:rPr>
              <a:t>CONCLUSIONS</a:t>
            </a:r>
          </a:p>
        </p:txBody>
      </p:sp>
      <p:sp>
        <p:nvSpPr>
          <p:cNvPr id="37" name="Text Box 86">
            <a:extLst>
              <a:ext uri="{FF2B5EF4-FFF2-40B4-BE49-F238E27FC236}">
                <a16:creationId xmlns:a16="http://schemas.microsoft.com/office/drawing/2014/main" id="{9132C2EB-84A8-8C49-02DD-84FFC97FBE6D}"/>
              </a:ext>
            </a:extLst>
          </p:cNvPr>
          <p:cNvSpPr txBox="1">
            <a:spLocks noChangeArrowheads="1"/>
          </p:cNvSpPr>
          <p:nvPr/>
        </p:nvSpPr>
        <p:spPr bwMode="auto">
          <a:xfrm>
            <a:off x="33656905" y="21564600"/>
            <a:ext cx="9178925" cy="881062"/>
          </a:xfrm>
          <a:prstGeom prst="rect">
            <a:avLst/>
          </a:prstGeom>
          <a:solidFill>
            <a:schemeClr val="tx1">
              <a:lumMod val="75000"/>
              <a:lumOff val="25000"/>
            </a:schemeClr>
          </a:solidFill>
          <a:ln>
            <a:solidFill>
              <a:schemeClr val="tx1">
                <a:lumMod val="65000"/>
                <a:lumOff val="35000"/>
              </a:schemeClr>
            </a:solidFill>
          </a:ln>
          <a:effectLst>
            <a:outerShdw blurRad="50800" dist="38100" dir="2700000" algn="tl" rotWithShape="0">
              <a:prstClr val="black">
                <a:alpha val="40000"/>
              </a:prstClr>
            </a:outerShdw>
          </a:effectLst>
        </p:spPr>
        <p:txBody>
          <a:bodyPr anchor="ctr"/>
          <a:lstStyle>
            <a:lvl1pPr defTabSz="4702175" eaLnBrk="0" hangingPunct="0">
              <a:defRPr sz="9300">
                <a:solidFill>
                  <a:schemeClr val="tx1"/>
                </a:solidFill>
                <a:latin typeface="Arial" panose="020B0604020202020204" pitchFamily="34" charset="0"/>
              </a:defRPr>
            </a:lvl1pPr>
            <a:lvl2pPr marL="742950" indent="-285750" defTabSz="4702175" eaLnBrk="0" hangingPunct="0">
              <a:defRPr sz="9300">
                <a:solidFill>
                  <a:schemeClr val="tx1"/>
                </a:solidFill>
                <a:latin typeface="Arial" panose="020B0604020202020204" pitchFamily="34" charset="0"/>
              </a:defRPr>
            </a:lvl2pPr>
            <a:lvl3pPr marL="1143000" indent="-228600" defTabSz="4702175" eaLnBrk="0" hangingPunct="0">
              <a:defRPr sz="9300">
                <a:solidFill>
                  <a:schemeClr val="tx1"/>
                </a:solidFill>
                <a:latin typeface="Arial" panose="020B0604020202020204" pitchFamily="34" charset="0"/>
              </a:defRPr>
            </a:lvl3pPr>
            <a:lvl4pPr marL="1600200" indent="-228600" defTabSz="4702175" eaLnBrk="0" hangingPunct="0">
              <a:defRPr sz="9300">
                <a:solidFill>
                  <a:schemeClr val="tx1"/>
                </a:solidFill>
                <a:latin typeface="Arial" panose="020B0604020202020204" pitchFamily="34" charset="0"/>
              </a:defRPr>
            </a:lvl4pPr>
            <a:lvl5pPr marL="2057400" indent="-228600" defTabSz="4702175" eaLnBrk="0" hangingPunct="0">
              <a:defRPr sz="9300">
                <a:solidFill>
                  <a:schemeClr val="tx1"/>
                </a:solidFill>
                <a:latin typeface="Arial" panose="020B0604020202020204" pitchFamily="34" charset="0"/>
              </a:defRPr>
            </a:lvl5pPr>
            <a:lvl6pPr marL="2514600" indent="-228600" defTabSz="4702175" eaLnBrk="0" fontAlgn="base" hangingPunct="0">
              <a:spcBef>
                <a:spcPct val="0"/>
              </a:spcBef>
              <a:spcAft>
                <a:spcPct val="0"/>
              </a:spcAft>
              <a:defRPr sz="9300">
                <a:solidFill>
                  <a:schemeClr val="tx1"/>
                </a:solidFill>
                <a:latin typeface="Arial" panose="020B0604020202020204" pitchFamily="34" charset="0"/>
              </a:defRPr>
            </a:lvl6pPr>
            <a:lvl7pPr marL="2971800" indent="-228600" defTabSz="4702175" eaLnBrk="0" fontAlgn="base" hangingPunct="0">
              <a:spcBef>
                <a:spcPct val="0"/>
              </a:spcBef>
              <a:spcAft>
                <a:spcPct val="0"/>
              </a:spcAft>
              <a:defRPr sz="9300">
                <a:solidFill>
                  <a:schemeClr val="tx1"/>
                </a:solidFill>
                <a:latin typeface="Arial" panose="020B0604020202020204" pitchFamily="34" charset="0"/>
              </a:defRPr>
            </a:lvl7pPr>
            <a:lvl8pPr marL="3429000" indent="-228600" defTabSz="4702175" eaLnBrk="0" fontAlgn="base" hangingPunct="0">
              <a:spcBef>
                <a:spcPct val="0"/>
              </a:spcBef>
              <a:spcAft>
                <a:spcPct val="0"/>
              </a:spcAft>
              <a:defRPr sz="9300">
                <a:solidFill>
                  <a:schemeClr val="tx1"/>
                </a:solidFill>
                <a:latin typeface="Arial" panose="020B0604020202020204" pitchFamily="34" charset="0"/>
              </a:defRPr>
            </a:lvl8pPr>
            <a:lvl9pPr marL="3886200" indent="-228600" defTabSz="4702175" eaLnBrk="0" fontAlgn="base" hangingPunct="0">
              <a:spcBef>
                <a:spcPct val="0"/>
              </a:spcBef>
              <a:spcAft>
                <a:spcPct val="0"/>
              </a:spcAft>
              <a:defRPr sz="9300">
                <a:solidFill>
                  <a:schemeClr val="tx1"/>
                </a:solidFill>
                <a:latin typeface="Arial" panose="020B0604020202020204" pitchFamily="34" charset="0"/>
              </a:defRPr>
            </a:lvl9pPr>
          </a:lstStyle>
          <a:p>
            <a:pPr algn="ctr" eaLnBrk="1" fontAlgn="auto" hangingPunct="1">
              <a:spcBef>
                <a:spcPct val="50000"/>
              </a:spcBef>
              <a:spcAft>
                <a:spcPts val="0"/>
              </a:spcAft>
              <a:defRPr/>
            </a:pPr>
            <a:r>
              <a:rPr lang="en-US" altLang="en-US" sz="5400" b="1" dirty="0">
                <a:solidFill>
                  <a:schemeClr val="bg1"/>
                </a:solidFill>
                <a:cs typeface="Arial" panose="020B0604020202020204" pitchFamily="34" charset="0"/>
              </a:rPr>
              <a:t>REFERENCES </a:t>
            </a:r>
          </a:p>
        </p:txBody>
      </p:sp>
      <p:sp>
        <p:nvSpPr>
          <p:cNvPr id="2059" name="Text Box 87">
            <a:extLst>
              <a:ext uri="{FF2B5EF4-FFF2-40B4-BE49-F238E27FC236}">
                <a16:creationId xmlns:a16="http://schemas.microsoft.com/office/drawing/2014/main" id="{C4238720-B5B7-7AE6-B14F-67411992DF67}"/>
              </a:ext>
            </a:extLst>
          </p:cNvPr>
          <p:cNvSpPr txBox="1">
            <a:spLocks noChangeArrowheads="1"/>
          </p:cNvSpPr>
          <p:nvPr/>
        </p:nvSpPr>
        <p:spPr bwMode="auto">
          <a:xfrm>
            <a:off x="33656905" y="22648617"/>
            <a:ext cx="9178925" cy="7248523"/>
          </a:xfrm>
          <a:prstGeom prst="rect">
            <a:avLst/>
          </a:prstGeom>
          <a:noFill/>
          <a:ln>
            <a:noFill/>
          </a:ln>
          <a:effectLst/>
        </p:spPr>
        <p:txBody>
          <a:bodyPr/>
          <a:lstStyle>
            <a:lvl1pPr marL="342900" indent="-342900" defTabSz="4702175">
              <a:defRPr>
                <a:solidFill>
                  <a:schemeClr val="tx1"/>
                </a:solidFill>
                <a:latin typeface="Calibri" panose="020F0502020204030204" pitchFamily="34" charset="0"/>
              </a:defRPr>
            </a:lvl1pPr>
            <a:lvl2pPr marL="742950" indent="-285750" defTabSz="4702175">
              <a:defRPr>
                <a:solidFill>
                  <a:schemeClr val="tx1"/>
                </a:solidFill>
                <a:latin typeface="Calibri" panose="020F0502020204030204" pitchFamily="34" charset="0"/>
              </a:defRPr>
            </a:lvl2pPr>
            <a:lvl3pPr marL="1143000" indent="-228600" defTabSz="4702175">
              <a:defRPr>
                <a:solidFill>
                  <a:schemeClr val="tx1"/>
                </a:solidFill>
                <a:latin typeface="Calibri" panose="020F0502020204030204" pitchFamily="34" charset="0"/>
              </a:defRPr>
            </a:lvl3pPr>
            <a:lvl4pPr marL="1600200" indent="-228600" defTabSz="4702175">
              <a:defRPr>
                <a:solidFill>
                  <a:schemeClr val="tx1"/>
                </a:solidFill>
                <a:latin typeface="Calibri" panose="020F0502020204030204" pitchFamily="34" charset="0"/>
              </a:defRPr>
            </a:lvl4pPr>
            <a:lvl5pPr marL="2057400" indent="-228600" defTabSz="4702175">
              <a:defRPr>
                <a:solidFill>
                  <a:schemeClr val="tx1"/>
                </a:solidFill>
                <a:latin typeface="Calibri" panose="020F0502020204030204" pitchFamily="34" charset="0"/>
              </a:defRPr>
            </a:lvl5pPr>
            <a:lvl6pPr marL="2514600" indent="-228600" defTabSz="4702175" eaLnBrk="0" fontAlgn="base" hangingPunct="0">
              <a:spcBef>
                <a:spcPct val="0"/>
              </a:spcBef>
              <a:spcAft>
                <a:spcPct val="0"/>
              </a:spcAft>
              <a:defRPr>
                <a:solidFill>
                  <a:schemeClr val="tx1"/>
                </a:solidFill>
                <a:latin typeface="Calibri" panose="020F0502020204030204" pitchFamily="34" charset="0"/>
              </a:defRPr>
            </a:lvl6pPr>
            <a:lvl7pPr marL="2971800" indent="-228600" defTabSz="4702175" eaLnBrk="0" fontAlgn="base" hangingPunct="0">
              <a:spcBef>
                <a:spcPct val="0"/>
              </a:spcBef>
              <a:spcAft>
                <a:spcPct val="0"/>
              </a:spcAft>
              <a:defRPr>
                <a:solidFill>
                  <a:schemeClr val="tx1"/>
                </a:solidFill>
                <a:latin typeface="Calibri" panose="020F0502020204030204" pitchFamily="34" charset="0"/>
              </a:defRPr>
            </a:lvl7pPr>
            <a:lvl8pPr marL="3429000" indent="-228600" defTabSz="4702175" eaLnBrk="0" fontAlgn="base" hangingPunct="0">
              <a:spcBef>
                <a:spcPct val="0"/>
              </a:spcBef>
              <a:spcAft>
                <a:spcPct val="0"/>
              </a:spcAft>
              <a:defRPr>
                <a:solidFill>
                  <a:schemeClr val="tx1"/>
                </a:solidFill>
                <a:latin typeface="Calibri" panose="020F0502020204030204" pitchFamily="34" charset="0"/>
              </a:defRPr>
            </a:lvl8pPr>
            <a:lvl9pPr marL="3886200" indent="-228600" defTabSz="4702175" eaLnBrk="0" fontAlgn="base" hangingPunct="0">
              <a:spcBef>
                <a:spcPct val="0"/>
              </a:spcBef>
              <a:spcAft>
                <a:spcPct val="0"/>
              </a:spcAft>
              <a:defRPr>
                <a:solidFill>
                  <a:schemeClr val="tx1"/>
                </a:solidFill>
                <a:latin typeface="Calibri" panose="020F0502020204030204" pitchFamily="34" charset="0"/>
              </a:defRPr>
            </a:lvl9pPr>
          </a:lstStyle>
          <a:p>
            <a:pPr marL="457200" indent="-457200">
              <a:buFont typeface="Arial" panose="020B0604020202020204" pitchFamily="34" charset="0"/>
              <a:buChar char="•"/>
              <a:defRPr/>
            </a:pPr>
            <a:r>
              <a:rPr lang="en-US" altLang="en-US" sz="3000" dirty="0">
                <a:solidFill>
                  <a:srgbClr val="F8F8F8"/>
                </a:solidFill>
                <a:latin typeface="Times New Roman" panose="02020603050405020304" pitchFamily="18" charset="0"/>
                <a:cs typeface="Times New Roman" panose="02020603050405020304" pitchFamily="18" charset="0"/>
              </a:rPr>
              <a:t>Asudani, R., et al. (2023). Impact of Word Embedding Models on Text Analytics in Deep Learning Environment: A Revi</a:t>
            </a:r>
            <a:r>
              <a:rPr lang="en-US" sz="3000" dirty="0">
                <a:solidFill>
                  <a:srgbClr val="F8F8F8"/>
                </a:solidFill>
                <a:latin typeface="Times New Roman" panose="02020603050405020304" pitchFamily="18" charset="0"/>
                <a:cs typeface="Times New Roman" panose="02020603050405020304" pitchFamily="18" charset="0"/>
              </a:rPr>
              <a:t>ew– </a:t>
            </a:r>
            <a:r>
              <a:rPr lang="en-US" altLang="en-US" sz="3000" dirty="0">
                <a:solidFill>
                  <a:srgbClr val="F8F8F8"/>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https://pmc.ncbi.nlm.nih.gov/articles/PMC9944441/pdf/10462_2023_Article_10419.pdf</a:t>
            </a:r>
            <a:endParaRPr lang="en-US" altLang="en-US" sz="3000" dirty="0">
              <a:solidFill>
                <a:srgbClr val="F8F8F8"/>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defRPr/>
            </a:pPr>
            <a:r>
              <a:rPr lang="en-US" altLang="en-US" sz="3000" dirty="0">
                <a:solidFill>
                  <a:srgbClr val="F8F8F8"/>
                </a:solidFill>
                <a:latin typeface="Times New Roman" panose="02020603050405020304" pitchFamily="18" charset="0"/>
                <a:cs typeface="Times New Roman" panose="02020603050405020304" pitchFamily="18" charset="0"/>
              </a:rPr>
              <a:t>Zhang, Y., et al. (2024). From Word Vectors to Multimodal Embeddings: Techniques, Applications, and Future Directions for Large Language Models</a:t>
            </a:r>
            <a:r>
              <a:rPr lang="en-US" sz="3000" dirty="0">
                <a:solidFill>
                  <a:srgbClr val="F8F8F8"/>
                </a:solidFill>
                <a:latin typeface="Times New Roman" panose="02020603050405020304" pitchFamily="18" charset="0"/>
                <a:cs typeface="Times New Roman" panose="02020603050405020304" pitchFamily="18" charset="0"/>
              </a:rPr>
              <a:t> – </a:t>
            </a:r>
            <a:r>
              <a:rPr lang="en-US" altLang="en-US" sz="3000" dirty="0">
                <a:solidFill>
                  <a:srgbClr val="F8F8F8"/>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https://arxiv.org/pdf/2411.05036</a:t>
            </a:r>
            <a:endParaRPr lang="en-US" altLang="en-US" sz="3000" dirty="0">
              <a:solidFill>
                <a:srgbClr val="F8F8F8"/>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defRPr/>
            </a:pPr>
            <a:r>
              <a:rPr lang="en-US" altLang="en-US" sz="3000" dirty="0">
                <a:solidFill>
                  <a:srgbClr val="F8F8F8"/>
                </a:solidFill>
                <a:latin typeface="Times New Roman" panose="02020603050405020304" pitchFamily="18" charset="0"/>
                <a:cs typeface="Times New Roman" panose="02020603050405020304" pitchFamily="18" charset="0"/>
              </a:rPr>
              <a:t>Wang, R. (2023). Revisiting GloVe, Word2Vec, and BERT: On the Homogeneity of Word Vectors</a:t>
            </a:r>
            <a:r>
              <a:rPr lang="en-US" sz="3000" dirty="0">
                <a:solidFill>
                  <a:srgbClr val="F8F8F8"/>
                </a:solidFill>
                <a:latin typeface="Times New Roman" panose="02020603050405020304" pitchFamily="18" charset="0"/>
                <a:cs typeface="Times New Roman" panose="02020603050405020304" pitchFamily="18" charset="0"/>
              </a:rPr>
              <a:t> – </a:t>
            </a:r>
            <a:r>
              <a:rPr lang="en-US" altLang="en-US" sz="3000" dirty="0">
                <a:solidFill>
                  <a:srgbClr val="F8F8F8"/>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https://www.cs.toronto.edu/~rwang/files/embeddings.pdf</a:t>
            </a:r>
            <a:endParaRPr lang="en-US" altLang="en-US" sz="3000" dirty="0">
              <a:solidFill>
                <a:srgbClr val="F8F8F8"/>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defRPr/>
            </a:pPr>
            <a:r>
              <a:rPr lang="en-US" sz="3000" dirty="0">
                <a:solidFill>
                  <a:srgbClr val="F8F8F8"/>
                </a:solidFill>
                <a:latin typeface="Times New Roman" panose="02020603050405020304" pitchFamily="18" charset="0"/>
                <a:cs typeface="Times New Roman" panose="02020603050405020304" pitchFamily="18" charset="0"/>
              </a:rPr>
              <a:t>University of Findlay Newsroom – </a:t>
            </a:r>
            <a:r>
              <a:rPr lang="en-US" sz="3000" dirty="0">
                <a:solidFill>
                  <a:srgbClr val="F8F8F8"/>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https://newsroom.findlay.edu/</a:t>
            </a:r>
            <a:endParaRPr lang="en-US" sz="3000" dirty="0">
              <a:solidFill>
                <a:srgbClr val="F8F8F8"/>
              </a:solidFill>
              <a:latin typeface="Times New Roman" panose="02020603050405020304" pitchFamily="18" charset="0"/>
              <a:cs typeface="Times New Roman" panose="02020603050405020304" pitchFamily="18" charset="0"/>
            </a:endParaRPr>
          </a:p>
          <a:p>
            <a:pPr marL="0" indent="0">
              <a:defRPr/>
            </a:pPr>
            <a:endParaRPr lang="en-US" sz="3000" dirty="0">
              <a:solidFill>
                <a:srgbClr val="F8F8F8"/>
              </a:solidFill>
              <a:latin typeface="Times New Roman" panose="02020603050405020304" pitchFamily="18" charset="0"/>
              <a:cs typeface="Times New Roman" panose="02020603050405020304" pitchFamily="18" charset="0"/>
            </a:endParaRPr>
          </a:p>
        </p:txBody>
      </p:sp>
      <p:sp>
        <p:nvSpPr>
          <p:cNvPr id="39" name="Text Box 88">
            <a:extLst>
              <a:ext uri="{FF2B5EF4-FFF2-40B4-BE49-F238E27FC236}">
                <a16:creationId xmlns:a16="http://schemas.microsoft.com/office/drawing/2014/main" id="{7A0A983D-DFDE-4706-5D82-0A514E3BF294}"/>
              </a:ext>
            </a:extLst>
          </p:cNvPr>
          <p:cNvSpPr txBox="1">
            <a:spLocks noChangeArrowheads="1"/>
          </p:cNvSpPr>
          <p:nvPr/>
        </p:nvSpPr>
        <p:spPr bwMode="auto">
          <a:xfrm>
            <a:off x="22899624" y="6248400"/>
            <a:ext cx="9175750" cy="879475"/>
          </a:xfrm>
          <a:prstGeom prst="rect">
            <a:avLst/>
          </a:prstGeom>
          <a:solidFill>
            <a:schemeClr val="tx1">
              <a:lumMod val="75000"/>
              <a:lumOff val="25000"/>
            </a:schemeClr>
          </a:solidFill>
          <a:ln>
            <a:solidFill>
              <a:schemeClr val="tx1">
                <a:lumMod val="65000"/>
                <a:lumOff val="35000"/>
              </a:schemeClr>
            </a:solidFill>
          </a:ln>
          <a:effectLst>
            <a:outerShdw blurRad="50800" dist="38100" dir="2700000" algn="tl" rotWithShape="0">
              <a:prstClr val="black">
                <a:alpha val="40000"/>
              </a:prstClr>
            </a:outerShdw>
          </a:effectLst>
        </p:spPr>
        <p:txBody>
          <a:bodyPr anchor="ctr"/>
          <a:lstStyle>
            <a:lvl1pPr defTabSz="4702175" eaLnBrk="0" hangingPunct="0">
              <a:defRPr sz="9300">
                <a:solidFill>
                  <a:schemeClr val="tx1"/>
                </a:solidFill>
                <a:latin typeface="Arial" panose="020B0604020202020204" pitchFamily="34" charset="0"/>
              </a:defRPr>
            </a:lvl1pPr>
            <a:lvl2pPr marL="742950" indent="-285750" defTabSz="4702175" eaLnBrk="0" hangingPunct="0">
              <a:defRPr sz="9300">
                <a:solidFill>
                  <a:schemeClr val="tx1"/>
                </a:solidFill>
                <a:latin typeface="Arial" panose="020B0604020202020204" pitchFamily="34" charset="0"/>
              </a:defRPr>
            </a:lvl2pPr>
            <a:lvl3pPr marL="1143000" indent="-228600" defTabSz="4702175" eaLnBrk="0" hangingPunct="0">
              <a:defRPr sz="9300">
                <a:solidFill>
                  <a:schemeClr val="tx1"/>
                </a:solidFill>
                <a:latin typeface="Arial" panose="020B0604020202020204" pitchFamily="34" charset="0"/>
              </a:defRPr>
            </a:lvl3pPr>
            <a:lvl4pPr marL="1600200" indent="-228600" defTabSz="4702175" eaLnBrk="0" hangingPunct="0">
              <a:defRPr sz="9300">
                <a:solidFill>
                  <a:schemeClr val="tx1"/>
                </a:solidFill>
                <a:latin typeface="Arial" panose="020B0604020202020204" pitchFamily="34" charset="0"/>
              </a:defRPr>
            </a:lvl4pPr>
            <a:lvl5pPr marL="2057400" indent="-228600" defTabSz="4702175" eaLnBrk="0" hangingPunct="0">
              <a:defRPr sz="9300">
                <a:solidFill>
                  <a:schemeClr val="tx1"/>
                </a:solidFill>
                <a:latin typeface="Arial" panose="020B0604020202020204" pitchFamily="34" charset="0"/>
              </a:defRPr>
            </a:lvl5pPr>
            <a:lvl6pPr marL="2514600" indent="-228600" defTabSz="4702175" eaLnBrk="0" fontAlgn="base" hangingPunct="0">
              <a:spcBef>
                <a:spcPct val="0"/>
              </a:spcBef>
              <a:spcAft>
                <a:spcPct val="0"/>
              </a:spcAft>
              <a:defRPr sz="9300">
                <a:solidFill>
                  <a:schemeClr val="tx1"/>
                </a:solidFill>
                <a:latin typeface="Arial" panose="020B0604020202020204" pitchFamily="34" charset="0"/>
              </a:defRPr>
            </a:lvl6pPr>
            <a:lvl7pPr marL="2971800" indent="-228600" defTabSz="4702175" eaLnBrk="0" fontAlgn="base" hangingPunct="0">
              <a:spcBef>
                <a:spcPct val="0"/>
              </a:spcBef>
              <a:spcAft>
                <a:spcPct val="0"/>
              </a:spcAft>
              <a:defRPr sz="9300">
                <a:solidFill>
                  <a:schemeClr val="tx1"/>
                </a:solidFill>
                <a:latin typeface="Arial" panose="020B0604020202020204" pitchFamily="34" charset="0"/>
              </a:defRPr>
            </a:lvl7pPr>
            <a:lvl8pPr marL="3429000" indent="-228600" defTabSz="4702175" eaLnBrk="0" fontAlgn="base" hangingPunct="0">
              <a:spcBef>
                <a:spcPct val="0"/>
              </a:spcBef>
              <a:spcAft>
                <a:spcPct val="0"/>
              </a:spcAft>
              <a:defRPr sz="9300">
                <a:solidFill>
                  <a:schemeClr val="tx1"/>
                </a:solidFill>
                <a:latin typeface="Arial" panose="020B0604020202020204" pitchFamily="34" charset="0"/>
              </a:defRPr>
            </a:lvl8pPr>
            <a:lvl9pPr marL="3886200" indent="-228600" defTabSz="4702175" eaLnBrk="0" fontAlgn="base" hangingPunct="0">
              <a:spcBef>
                <a:spcPct val="0"/>
              </a:spcBef>
              <a:spcAft>
                <a:spcPct val="0"/>
              </a:spcAft>
              <a:defRPr sz="9300">
                <a:solidFill>
                  <a:schemeClr val="tx1"/>
                </a:solidFill>
                <a:latin typeface="Arial" panose="020B0604020202020204" pitchFamily="34" charset="0"/>
              </a:defRPr>
            </a:lvl9pPr>
          </a:lstStyle>
          <a:p>
            <a:pPr algn="ctr" eaLnBrk="1" fontAlgn="auto" hangingPunct="1">
              <a:spcBef>
                <a:spcPct val="50000"/>
              </a:spcBef>
              <a:spcAft>
                <a:spcPts val="0"/>
              </a:spcAft>
              <a:defRPr/>
            </a:pPr>
            <a:r>
              <a:rPr lang="en-US" altLang="en-US" sz="5400" b="1" dirty="0">
                <a:solidFill>
                  <a:schemeClr val="bg1"/>
                </a:solidFill>
                <a:cs typeface="Arial" panose="020B0604020202020204" pitchFamily="34" charset="0"/>
              </a:rPr>
              <a:t>RESULTS</a:t>
            </a:r>
          </a:p>
        </p:txBody>
      </p:sp>
      <p:sp>
        <p:nvSpPr>
          <p:cNvPr id="2061" name="Text Box 89">
            <a:extLst>
              <a:ext uri="{FF2B5EF4-FFF2-40B4-BE49-F238E27FC236}">
                <a16:creationId xmlns:a16="http://schemas.microsoft.com/office/drawing/2014/main" id="{8F72ECE2-98F9-FE60-41A7-0E4BF716706F}"/>
              </a:ext>
            </a:extLst>
          </p:cNvPr>
          <p:cNvSpPr txBox="1">
            <a:spLocks noChangeArrowheads="1"/>
          </p:cNvSpPr>
          <p:nvPr/>
        </p:nvSpPr>
        <p:spPr bwMode="auto">
          <a:xfrm>
            <a:off x="22899624" y="11049000"/>
            <a:ext cx="9180576" cy="1384300"/>
          </a:xfrm>
          <a:prstGeom prst="rect">
            <a:avLst/>
          </a:prstGeom>
          <a:noFill/>
          <a:ln>
            <a:noFill/>
          </a:ln>
          <a:effectLst/>
        </p:spPr>
        <p:txBody>
          <a:bodyPr/>
          <a:lstStyle>
            <a:lvl1pPr defTabSz="4702175">
              <a:defRPr>
                <a:solidFill>
                  <a:schemeClr val="tx1"/>
                </a:solidFill>
                <a:latin typeface="Calibri" panose="020F0502020204030204" pitchFamily="34" charset="0"/>
              </a:defRPr>
            </a:lvl1pPr>
            <a:lvl2pPr marL="742950" indent="-285750" defTabSz="4702175">
              <a:defRPr>
                <a:solidFill>
                  <a:schemeClr val="tx1"/>
                </a:solidFill>
                <a:latin typeface="Calibri" panose="020F0502020204030204" pitchFamily="34" charset="0"/>
              </a:defRPr>
            </a:lvl2pPr>
            <a:lvl3pPr marL="1143000" indent="-228600" defTabSz="4702175">
              <a:defRPr>
                <a:solidFill>
                  <a:schemeClr val="tx1"/>
                </a:solidFill>
                <a:latin typeface="Calibri" panose="020F0502020204030204" pitchFamily="34" charset="0"/>
              </a:defRPr>
            </a:lvl3pPr>
            <a:lvl4pPr marL="1600200" indent="-228600" defTabSz="4702175">
              <a:defRPr>
                <a:solidFill>
                  <a:schemeClr val="tx1"/>
                </a:solidFill>
                <a:latin typeface="Calibri" panose="020F0502020204030204" pitchFamily="34" charset="0"/>
              </a:defRPr>
            </a:lvl4pPr>
            <a:lvl5pPr marL="2057400" indent="-228600" defTabSz="4702175">
              <a:defRPr>
                <a:solidFill>
                  <a:schemeClr val="tx1"/>
                </a:solidFill>
                <a:latin typeface="Calibri" panose="020F0502020204030204" pitchFamily="34" charset="0"/>
              </a:defRPr>
            </a:lvl5pPr>
            <a:lvl6pPr marL="2514600" indent="-228600" defTabSz="4702175" eaLnBrk="0" fontAlgn="base" hangingPunct="0">
              <a:spcBef>
                <a:spcPct val="0"/>
              </a:spcBef>
              <a:spcAft>
                <a:spcPct val="0"/>
              </a:spcAft>
              <a:defRPr>
                <a:solidFill>
                  <a:schemeClr val="tx1"/>
                </a:solidFill>
                <a:latin typeface="Calibri" panose="020F0502020204030204" pitchFamily="34" charset="0"/>
              </a:defRPr>
            </a:lvl6pPr>
            <a:lvl7pPr marL="2971800" indent="-228600" defTabSz="4702175" eaLnBrk="0" fontAlgn="base" hangingPunct="0">
              <a:spcBef>
                <a:spcPct val="0"/>
              </a:spcBef>
              <a:spcAft>
                <a:spcPct val="0"/>
              </a:spcAft>
              <a:defRPr>
                <a:solidFill>
                  <a:schemeClr val="tx1"/>
                </a:solidFill>
                <a:latin typeface="Calibri" panose="020F0502020204030204" pitchFamily="34" charset="0"/>
              </a:defRPr>
            </a:lvl7pPr>
            <a:lvl8pPr marL="3429000" indent="-228600" defTabSz="4702175" eaLnBrk="0" fontAlgn="base" hangingPunct="0">
              <a:spcBef>
                <a:spcPct val="0"/>
              </a:spcBef>
              <a:spcAft>
                <a:spcPct val="0"/>
              </a:spcAft>
              <a:defRPr>
                <a:solidFill>
                  <a:schemeClr val="tx1"/>
                </a:solidFill>
                <a:latin typeface="Calibri" panose="020F0502020204030204" pitchFamily="34" charset="0"/>
              </a:defRPr>
            </a:lvl8pPr>
            <a:lvl9pPr marL="3886200" indent="-228600" defTabSz="4702175" eaLnBrk="0" fontAlgn="base" hangingPunct="0">
              <a:spcBef>
                <a:spcPct val="0"/>
              </a:spcBef>
              <a:spcAft>
                <a:spcPct val="0"/>
              </a:spcAft>
              <a:defRPr>
                <a:solidFill>
                  <a:schemeClr val="tx1"/>
                </a:solidFill>
                <a:latin typeface="Calibri" panose="020F0502020204030204" pitchFamily="34" charset="0"/>
              </a:defRPr>
            </a:lvl9pPr>
          </a:lstStyle>
          <a:p>
            <a:pPr>
              <a:defRPr/>
            </a:pPr>
            <a:r>
              <a:rPr lang="en-US" sz="3000" dirty="0">
                <a:solidFill>
                  <a:srgbClr val="F8F8F8"/>
                </a:solidFill>
                <a:latin typeface="Times New Roman" panose="02020603050405020304" pitchFamily="18" charset="0"/>
                <a:cs typeface="Times New Roman" panose="02020603050405020304" pitchFamily="18" charset="0"/>
              </a:rPr>
              <a:t>Word2Vec + K-Means (k = 9) produced the clearest, most interpretable clusters with strong quantitative scores (Silhouette = 0.42, DBI = 0.79).</a:t>
            </a: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endParaRPr lang="en-US" sz="3000" dirty="0">
              <a:solidFill>
                <a:srgbClr val="F8F8F8"/>
              </a:solidFill>
              <a:latin typeface="Times New Roman" panose="02020603050405020304" pitchFamily="18" charset="0"/>
              <a:cs typeface="Times New Roman" panose="02020603050405020304" pitchFamily="18" charset="0"/>
            </a:endParaRPr>
          </a:p>
          <a:p>
            <a:pPr>
              <a:defRPr/>
            </a:pPr>
            <a:br>
              <a:rPr lang="en-US" sz="3000" dirty="0">
                <a:solidFill>
                  <a:srgbClr val="F8F8F8"/>
                </a:solidFill>
                <a:latin typeface="Times New Roman" panose="02020603050405020304" pitchFamily="18" charset="0"/>
                <a:cs typeface="Times New Roman" panose="02020603050405020304" pitchFamily="18" charset="0"/>
              </a:rPr>
            </a:br>
            <a:endParaRPr lang="en-US" sz="3000" dirty="0">
              <a:solidFill>
                <a:srgbClr val="F8F8F8"/>
              </a:solidFill>
              <a:latin typeface="Times New Roman" panose="02020603050405020304" pitchFamily="18" charset="0"/>
              <a:cs typeface="Times New Roman" panose="02020603050405020304" pitchFamily="18" charset="0"/>
            </a:endParaRPr>
          </a:p>
          <a:p>
            <a:pPr>
              <a:defRPr/>
            </a:pPr>
            <a:br>
              <a:rPr lang="en-US" sz="3000" dirty="0">
                <a:solidFill>
                  <a:srgbClr val="F8F8F8"/>
                </a:solidFill>
                <a:latin typeface="Times New Roman" panose="02020603050405020304" pitchFamily="18" charset="0"/>
                <a:cs typeface="Times New Roman" panose="02020603050405020304" pitchFamily="18" charset="0"/>
              </a:rPr>
            </a:br>
            <a:endParaRPr lang="en-US" sz="3000" dirty="0">
              <a:solidFill>
                <a:srgbClr val="F8F8F8"/>
              </a:solidFill>
              <a:latin typeface="Times New Roman" panose="02020603050405020304" pitchFamily="18" charset="0"/>
              <a:cs typeface="Times New Roman" panose="02020603050405020304" pitchFamily="18" charset="0"/>
            </a:endParaRPr>
          </a:p>
        </p:txBody>
      </p:sp>
      <p:sp>
        <p:nvSpPr>
          <p:cNvPr id="43" name="Text Box 92">
            <a:extLst>
              <a:ext uri="{FF2B5EF4-FFF2-40B4-BE49-F238E27FC236}">
                <a16:creationId xmlns:a16="http://schemas.microsoft.com/office/drawing/2014/main" id="{9B567E5A-1CAF-6E3A-C212-AFD532B8ECB7}"/>
              </a:ext>
            </a:extLst>
          </p:cNvPr>
          <p:cNvSpPr txBox="1">
            <a:spLocks noChangeArrowheads="1"/>
          </p:cNvSpPr>
          <p:nvPr/>
        </p:nvSpPr>
        <p:spPr bwMode="auto">
          <a:xfrm>
            <a:off x="1035050" y="6248400"/>
            <a:ext cx="9175750" cy="879475"/>
          </a:xfrm>
          <a:prstGeom prst="rect">
            <a:avLst/>
          </a:prstGeom>
          <a:solidFill>
            <a:schemeClr val="tx1">
              <a:lumMod val="75000"/>
              <a:lumOff val="25000"/>
            </a:schemeClr>
          </a:solidFill>
          <a:ln>
            <a:solidFill>
              <a:schemeClr val="tx1">
                <a:lumMod val="65000"/>
                <a:lumOff val="35000"/>
              </a:schemeClr>
            </a:solidFill>
          </a:ln>
          <a:effectLst>
            <a:outerShdw blurRad="50800" dist="38100" dir="2700000" algn="tl" rotWithShape="0">
              <a:prstClr val="black">
                <a:alpha val="40000"/>
              </a:prstClr>
            </a:outerShdw>
          </a:effectLst>
        </p:spPr>
        <p:txBody>
          <a:bodyPr anchor="ctr"/>
          <a:lstStyle>
            <a:lvl1pPr defTabSz="4702175" eaLnBrk="0" hangingPunct="0">
              <a:defRPr sz="9300">
                <a:solidFill>
                  <a:schemeClr val="tx1"/>
                </a:solidFill>
                <a:latin typeface="Arial" panose="020B0604020202020204" pitchFamily="34" charset="0"/>
              </a:defRPr>
            </a:lvl1pPr>
            <a:lvl2pPr marL="742950" indent="-285750" defTabSz="4702175" eaLnBrk="0" hangingPunct="0">
              <a:defRPr sz="9300">
                <a:solidFill>
                  <a:schemeClr val="tx1"/>
                </a:solidFill>
                <a:latin typeface="Arial" panose="020B0604020202020204" pitchFamily="34" charset="0"/>
              </a:defRPr>
            </a:lvl2pPr>
            <a:lvl3pPr marL="1143000" indent="-228600" defTabSz="4702175" eaLnBrk="0" hangingPunct="0">
              <a:defRPr sz="9300">
                <a:solidFill>
                  <a:schemeClr val="tx1"/>
                </a:solidFill>
                <a:latin typeface="Arial" panose="020B0604020202020204" pitchFamily="34" charset="0"/>
              </a:defRPr>
            </a:lvl3pPr>
            <a:lvl4pPr marL="1600200" indent="-228600" defTabSz="4702175" eaLnBrk="0" hangingPunct="0">
              <a:defRPr sz="9300">
                <a:solidFill>
                  <a:schemeClr val="tx1"/>
                </a:solidFill>
                <a:latin typeface="Arial" panose="020B0604020202020204" pitchFamily="34" charset="0"/>
              </a:defRPr>
            </a:lvl4pPr>
            <a:lvl5pPr marL="2057400" indent="-228600" defTabSz="4702175" eaLnBrk="0" hangingPunct="0">
              <a:defRPr sz="9300">
                <a:solidFill>
                  <a:schemeClr val="tx1"/>
                </a:solidFill>
                <a:latin typeface="Arial" panose="020B0604020202020204" pitchFamily="34" charset="0"/>
              </a:defRPr>
            </a:lvl5pPr>
            <a:lvl6pPr marL="2514600" indent="-228600" defTabSz="4702175" eaLnBrk="0" fontAlgn="base" hangingPunct="0">
              <a:spcBef>
                <a:spcPct val="0"/>
              </a:spcBef>
              <a:spcAft>
                <a:spcPct val="0"/>
              </a:spcAft>
              <a:defRPr sz="9300">
                <a:solidFill>
                  <a:schemeClr val="tx1"/>
                </a:solidFill>
                <a:latin typeface="Arial" panose="020B0604020202020204" pitchFamily="34" charset="0"/>
              </a:defRPr>
            </a:lvl6pPr>
            <a:lvl7pPr marL="2971800" indent="-228600" defTabSz="4702175" eaLnBrk="0" fontAlgn="base" hangingPunct="0">
              <a:spcBef>
                <a:spcPct val="0"/>
              </a:spcBef>
              <a:spcAft>
                <a:spcPct val="0"/>
              </a:spcAft>
              <a:defRPr sz="9300">
                <a:solidFill>
                  <a:schemeClr val="tx1"/>
                </a:solidFill>
                <a:latin typeface="Arial" panose="020B0604020202020204" pitchFamily="34" charset="0"/>
              </a:defRPr>
            </a:lvl7pPr>
            <a:lvl8pPr marL="3429000" indent="-228600" defTabSz="4702175" eaLnBrk="0" fontAlgn="base" hangingPunct="0">
              <a:spcBef>
                <a:spcPct val="0"/>
              </a:spcBef>
              <a:spcAft>
                <a:spcPct val="0"/>
              </a:spcAft>
              <a:defRPr sz="9300">
                <a:solidFill>
                  <a:schemeClr val="tx1"/>
                </a:solidFill>
                <a:latin typeface="Arial" panose="020B0604020202020204" pitchFamily="34" charset="0"/>
              </a:defRPr>
            </a:lvl8pPr>
            <a:lvl9pPr marL="3886200" indent="-228600" defTabSz="4702175" eaLnBrk="0" fontAlgn="base" hangingPunct="0">
              <a:spcBef>
                <a:spcPct val="0"/>
              </a:spcBef>
              <a:spcAft>
                <a:spcPct val="0"/>
              </a:spcAft>
              <a:defRPr sz="9300">
                <a:solidFill>
                  <a:schemeClr val="tx1"/>
                </a:solidFill>
                <a:latin typeface="Arial" panose="020B0604020202020204" pitchFamily="34" charset="0"/>
              </a:defRPr>
            </a:lvl9pPr>
          </a:lstStyle>
          <a:p>
            <a:pPr algn="ctr" eaLnBrk="1" fontAlgn="auto" hangingPunct="1">
              <a:spcBef>
                <a:spcPct val="50000"/>
              </a:spcBef>
              <a:spcAft>
                <a:spcPts val="0"/>
              </a:spcAft>
              <a:defRPr/>
            </a:pPr>
            <a:r>
              <a:rPr lang="en-US" altLang="en-US" sz="5400" b="1" dirty="0">
                <a:solidFill>
                  <a:schemeClr val="bg1"/>
                </a:solidFill>
                <a:ea typeface="Tahoma" panose="020B0604030504040204" pitchFamily="34" charset="0"/>
                <a:cs typeface="Arial" panose="020B0604020202020204" pitchFamily="34" charset="0"/>
              </a:rPr>
              <a:t>ABSTRACT</a:t>
            </a:r>
          </a:p>
        </p:txBody>
      </p:sp>
      <p:sp>
        <p:nvSpPr>
          <p:cNvPr id="2" name="Text Box 93">
            <a:extLst>
              <a:ext uri="{FF2B5EF4-FFF2-40B4-BE49-F238E27FC236}">
                <a16:creationId xmlns:a16="http://schemas.microsoft.com/office/drawing/2014/main" id="{69ED64A8-E2C8-90E8-AA2A-36567486A9F9}"/>
              </a:ext>
            </a:extLst>
          </p:cNvPr>
          <p:cNvSpPr txBox="1">
            <a:spLocks noChangeArrowheads="1"/>
          </p:cNvSpPr>
          <p:nvPr/>
        </p:nvSpPr>
        <p:spPr bwMode="auto">
          <a:xfrm>
            <a:off x="1035050" y="7391400"/>
            <a:ext cx="9175750" cy="527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4702175">
              <a:defRPr>
                <a:solidFill>
                  <a:schemeClr val="tx1"/>
                </a:solidFill>
                <a:latin typeface="Calibri" panose="020F0502020204030204" pitchFamily="34" charset="0"/>
              </a:defRPr>
            </a:lvl1pPr>
            <a:lvl2pPr marL="742950" indent="-285750" defTabSz="4702175">
              <a:defRPr>
                <a:solidFill>
                  <a:schemeClr val="tx1"/>
                </a:solidFill>
                <a:latin typeface="Calibri" panose="020F0502020204030204" pitchFamily="34" charset="0"/>
              </a:defRPr>
            </a:lvl2pPr>
            <a:lvl3pPr marL="1143000" indent="-228600" defTabSz="4702175">
              <a:defRPr>
                <a:solidFill>
                  <a:schemeClr val="tx1"/>
                </a:solidFill>
                <a:latin typeface="Calibri" panose="020F0502020204030204" pitchFamily="34" charset="0"/>
              </a:defRPr>
            </a:lvl3pPr>
            <a:lvl4pPr marL="1600200" indent="-228600" defTabSz="4702175">
              <a:defRPr>
                <a:solidFill>
                  <a:schemeClr val="tx1"/>
                </a:solidFill>
                <a:latin typeface="Calibri" panose="020F0502020204030204" pitchFamily="34" charset="0"/>
              </a:defRPr>
            </a:lvl4pPr>
            <a:lvl5pPr marL="2057400" indent="-228600" defTabSz="4702175">
              <a:defRPr>
                <a:solidFill>
                  <a:schemeClr val="tx1"/>
                </a:solidFill>
                <a:latin typeface="Calibri" panose="020F0502020204030204" pitchFamily="34" charset="0"/>
              </a:defRPr>
            </a:lvl5pPr>
            <a:lvl6pPr marL="2514600" indent="-228600" defTabSz="4702175" eaLnBrk="0" fontAlgn="base" hangingPunct="0">
              <a:spcBef>
                <a:spcPct val="0"/>
              </a:spcBef>
              <a:spcAft>
                <a:spcPct val="0"/>
              </a:spcAft>
              <a:defRPr>
                <a:solidFill>
                  <a:schemeClr val="tx1"/>
                </a:solidFill>
                <a:latin typeface="Calibri" panose="020F0502020204030204" pitchFamily="34" charset="0"/>
              </a:defRPr>
            </a:lvl6pPr>
            <a:lvl7pPr marL="2971800" indent="-228600" defTabSz="4702175" eaLnBrk="0" fontAlgn="base" hangingPunct="0">
              <a:spcBef>
                <a:spcPct val="0"/>
              </a:spcBef>
              <a:spcAft>
                <a:spcPct val="0"/>
              </a:spcAft>
              <a:defRPr>
                <a:solidFill>
                  <a:schemeClr val="tx1"/>
                </a:solidFill>
                <a:latin typeface="Calibri" panose="020F0502020204030204" pitchFamily="34" charset="0"/>
              </a:defRPr>
            </a:lvl7pPr>
            <a:lvl8pPr marL="3429000" indent="-228600" defTabSz="4702175" eaLnBrk="0" fontAlgn="base" hangingPunct="0">
              <a:spcBef>
                <a:spcPct val="0"/>
              </a:spcBef>
              <a:spcAft>
                <a:spcPct val="0"/>
              </a:spcAft>
              <a:defRPr>
                <a:solidFill>
                  <a:schemeClr val="tx1"/>
                </a:solidFill>
                <a:latin typeface="Calibri" panose="020F0502020204030204" pitchFamily="34" charset="0"/>
              </a:defRPr>
            </a:lvl8pPr>
            <a:lvl9pPr marL="3886200" indent="-228600" defTabSz="4702175" eaLnBrk="0" fontAlgn="base" hangingPunct="0">
              <a:spcBef>
                <a:spcPct val="0"/>
              </a:spcBef>
              <a:spcAft>
                <a:spcPct val="0"/>
              </a:spcAft>
              <a:defRPr>
                <a:solidFill>
                  <a:schemeClr val="tx1"/>
                </a:solidFill>
                <a:latin typeface="Calibri" panose="020F0502020204030204" pitchFamily="34" charset="0"/>
              </a:defRPr>
            </a:lvl9pPr>
          </a:lstStyle>
          <a:p>
            <a:r>
              <a:rPr lang="en-US" sz="3000" dirty="0">
                <a:solidFill>
                  <a:srgbClr val="F8F8F8"/>
                </a:solidFill>
                <a:latin typeface="Times New Roman" panose="02020603050405020304" pitchFamily="18" charset="0"/>
                <a:cs typeface="Times New Roman" panose="02020603050405020304" pitchFamily="18" charset="0"/>
              </a:rPr>
              <a:t>This study analyzed over 1,000 archived articles from the University of Findlay Newsroom to evaluate the effectiveness of various text embedding and clustering techniques in uncovering communication themes and audience engagement patterns. Word2Vec, GloVe, and BERT embeddings combined with K-Means and Hierarchical Clustering were compared to assess cluster quality using Silhouette Score and Davies–Bouldin Index. The combination of Word2Vec and K-Means produced the most coherent and interpretable clusters, offering insights for enhancing institutional communication strategies.</a:t>
            </a:r>
            <a:endParaRPr lang="en-US" altLang="en-US" sz="3000" dirty="0">
              <a:solidFill>
                <a:srgbClr val="F8F8F8"/>
              </a:solidFill>
              <a:latin typeface="Times New Roman" panose="02020603050405020304" pitchFamily="18" charset="0"/>
              <a:cs typeface="Times New Roman" panose="02020603050405020304" pitchFamily="18" charset="0"/>
            </a:endParaRPr>
          </a:p>
        </p:txBody>
      </p:sp>
      <p:sp>
        <p:nvSpPr>
          <p:cNvPr id="2063" name="Text Box 85">
            <a:extLst>
              <a:ext uri="{FF2B5EF4-FFF2-40B4-BE49-F238E27FC236}">
                <a16:creationId xmlns:a16="http://schemas.microsoft.com/office/drawing/2014/main" id="{6FC70164-CD22-41AC-A603-5A8B2AFE0E3D}"/>
              </a:ext>
            </a:extLst>
          </p:cNvPr>
          <p:cNvSpPr txBox="1">
            <a:spLocks noChangeArrowheads="1"/>
          </p:cNvSpPr>
          <p:nvPr/>
        </p:nvSpPr>
        <p:spPr bwMode="auto">
          <a:xfrm>
            <a:off x="33656905" y="16145624"/>
            <a:ext cx="9178925" cy="547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defTabSz="4702175">
              <a:defRPr>
                <a:solidFill>
                  <a:schemeClr val="tx1"/>
                </a:solidFill>
                <a:latin typeface="Calibri" panose="020F0502020204030204" pitchFamily="34" charset="0"/>
              </a:defRPr>
            </a:lvl1pPr>
            <a:lvl2pPr marL="742950" indent="-285750" defTabSz="4702175">
              <a:defRPr>
                <a:solidFill>
                  <a:schemeClr val="tx1"/>
                </a:solidFill>
                <a:latin typeface="Calibri" panose="020F0502020204030204" pitchFamily="34" charset="0"/>
              </a:defRPr>
            </a:lvl2pPr>
            <a:lvl3pPr marL="1143000" indent="-228600" defTabSz="4702175">
              <a:defRPr>
                <a:solidFill>
                  <a:schemeClr val="tx1"/>
                </a:solidFill>
                <a:latin typeface="Calibri" panose="020F0502020204030204" pitchFamily="34" charset="0"/>
              </a:defRPr>
            </a:lvl3pPr>
            <a:lvl4pPr marL="1600200" indent="-228600" defTabSz="4702175">
              <a:defRPr>
                <a:solidFill>
                  <a:schemeClr val="tx1"/>
                </a:solidFill>
                <a:latin typeface="Calibri" panose="020F0502020204030204" pitchFamily="34" charset="0"/>
              </a:defRPr>
            </a:lvl4pPr>
            <a:lvl5pPr marL="2057400" indent="-228600" defTabSz="4702175">
              <a:defRPr>
                <a:solidFill>
                  <a:schemeClr val="tx1"/>
                </a:solidFill>
                <a:latin typeface="Calibri" panose="020F0502020204030204" pitchFamily="34" charset="0"/>
              </a:defRPr>
            </a:lvl5pPr>
            <a:lvl6pPr marL="2514600" indent="-228600" defTabSz="4702175" eaLnBrk="0" fontAlgn="base" hangingPunct="0">
              <a:spcBef>
                <a:spcPct val="0"/>
              </a:spcBef>
              <a:spcAft>
                <a:spcPct val="0"/>
              </a:spcAft>
              <a:defRPr>
                <a:solidFill>
                  <a:schemeClr val="tx1"/>
                </a:solidFill>
                <a:latin typeface="Calibri" panose="020F0502020204030204" pitchFamily="34" charset="0"/>
              </a:defRPr>
            </a:lvl6pPr>
            <a:lvl7pPr marL="2971800" indent="-228600" defTabSz="4702175" eaLnBrk="0" fontAlgn="base" hangingPunct="0">
              <a:spcBef>
                <a:spcPct val="0"/>
              </a:spcBef>
              <a:spcAft>
                <a:spcPct val="0"/>
              </a:spcAft>
              <a:defRPr>
                <a:solidFill>
                  <a:schemeClr val="tx1"/>
                </a:solidFill>
                <a:latin typeface="Calibri" panose="020F0502020204030204" pitchFamily="34" charset="0"/>
              </a:defRPr>
            </a:lvl7pPr>
            <a:lvl8pPr marL="3429000" indent="-228600" defTabSz="4702175" eaLnBrk="0" fontAlgn="base" hangingPunct="0">
              <a:spcBef>
                <a:spcPct val="0"/>
              </a:spcBef>
              <a:spcAft>
                <a:spcPct val="0"/>
              </a:spcAft>
              <a:defRPr>
                <a:solidFill>
                  <a:schemeClr val="tx1"/>
                </a:solidFill>
                <a:latin typeface="Calibri" panose="020F0502020204030204" pitchFamily="34" charset="0"/>
              </a:defRPr>
            </a:lvl8pPr>
            <a:lvl9pPr marL="3886200" indent="-228600" defTabSz="4702175" eaLnBrk="0" fontAlgn="base" hangingPunct="0">
              <a:spcBef>
                <a:spcPct val="0"/>
              </a:spcBef>
              <a:spcAft>
                <a:spcPct val="0"/>
              </a:spcAft>
              <a:defRPr>
                <a:solidFill>
                  <a:schemeClr val="tx1"/>
                </a:solidFill>
                <a:latin typeface="Calibri" panose="020F0502020204030204" pitchFamily="34" charset="0"/>
              </a:defRPr>
            </a:lvl9pPr>
          </a:lstStyle>
          <a:p>
            <a:pPr>
              <a:buFont typeface="Arial" panose="020B0604020202020204" pitchFamily="34" charset="0"/>
              <a:buChar char="•"/>
            </a:pPr>
            <a:r>
              <a:rPr lang="en-US" altLang="en-US" sz="3000" dirty="0">
                <a:solidFill>
                  <a:srgbClr val="F8F8F8"/>
                </a:solidFill>
                <a:latin typeface="Times New Roman" panose="02020603050405020304" pitchFamily="18" charset="0"/>
                <a:cs typeface="Times New Roman" panose="02020603050405020304" pitchFamily="18" charset="0"/>
              </a:rPr>
              <a:t>Lightweight embeddings like Word2Vec outperform heavier models such as BERT on small institutional datasets.</a:t>
            </a:r>
          </a:p>
          <a:p>
            <a:pPr>
              <a:buFont typeface="Arial" panose="020B0604020202020204" pitchFamily="34" charset="0"/>
              <a:buChar char="•"/>
            </a:pPr>
            <a:r>
              <a:rPr lang="en-US" altLang="en-US" sz="3000" dirty="0">
                <a:solidFill>
                  <a:srgbClr val="F8F8F8"/>
                </a:solidFill>
                <a:latin typeface="Times New Roman" panose="02020603050405020304" pitchFamily="18" charset="0"/>
                <a:cs typeface="Times New Roman" panose="02020603050405020304" pitchFamily="18" charset="0"/>
              </a:rPr>
              <a:t>K-Means delivers compact, well-separated clusters, while Hierarchical Clustering aids interpretability.</a:t>
            </a:r>
          </a:p>
          <a:p>
            <a:pPr>
              <a:buFont typeface="Arial" panose="020B0604020202020204" pitchFamily="34" charset="0"/>
              <a:buChar char="•"/>
            </a:pPr>
            <a:r>
              <a:rPr lang="en-US" altLang="en-US" sz="3000" dirty="0">
                <a:solidFill>
                  <a:srgbClr val="F8F8F8"/>
                </a:solidFill>
                <a:latin typeface="Times New Roman" panose="02020603050405020304" pitchFamily="18" charset="0"/>
                <a:cs typeface="Times New Roman" panose="02020603050405020304" pitchFamily="18" charset="0"/>
              </a:rPr>
              <a:t>Quantitative metrics aligned with human interpretability, confirmed cluster validity.</a:t>
            </a:r>
          </a:p>
          <a:p>
            <a:pPr>
              <a:buFont typeface="Arial" panose="020B0604020202020204" pitchFamily="34" charset="0"/>
              <a:buChar char="•"/>
            </a:pPr>
            <a:r>
              <a:rPr lang="en-US" altLang="en-US" sz="3000" dirty="0">
                <a:solidFill>
                  <a:srgbClr val="F8F8F8"/>
                </a:solidFill>
                <a:latin typeface="Times New Roman" panose="02020603050405020304" pitchFamily="18" charset="0"/>
                <a:cs typeface="Times New Roman" panose="02020603050405020304" pitchFamily="18" charset="0"/>
              </a:rPr>
              <a:t>Integrating text analytics with engagement data can help the University tailor news toward the themes that attract the most readers and strengthens data-driven communication strategy.</a:t>
            </a:r>
          </a:p>
        </p:txBody>
      </p:sp>
      <p:pic>
        <p:nvPicPr>
          <p:cNvPr id="2069" name="Content Placeholder 5">
            <a:extLst>
              <a:ext uri="{FF2B5EF4-FFF2-40B4-BE49-F238E27FC236}">
                <a16:creationId xmlns:a16="http://schemas.microsoft.com/office/drawing/2014/main" id="{70ED2082-AEDF-BBF2-FE32-DE49209EDD26}"/>
              </a:ext>
            </a:extLst>
          </p:cNvPr>
          <p:cNvPicPr>
            <a:picLocks noChangeAspect="1"/>
          </p:cNvPicPr>
          <p:nvPr/>
        </p:nvPicPr>
        <p:blipFill rotWithShape="1">
          <a:blip r:embed="rId6">
            <a:extLst>
              <a:ext uri="{28A0092B-C50C-407E-A947-70E740481C1C}">
                <a14:useLocalDpi xmlns:a14="http://schemas.microsoft.com/office/drawing/2010/main" val="0"/>
              </a:ext>
            </a:extLst>
          </a:blip>
          <a:srcRect b="7795"/>
          <a:stretch>
            <a:fillRect/>
          </a:stretch>
        </p:blipFill>
        <p:spPr bwMode="auto">
          <a:xfrm>
            <a:off x="1035050" y="23774400"/>
            <a:ext cx="9159875" cy="4749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1" name="Picture 21">
            <a:extLst>
              <a:ext uri="{FF2B5EF4-FFF2-40B4-BE49-F238E27FC236}">
                <a16:creationId xmlns:a16="http://schemas.microsoft.com/office/drawing/2014/main" id="{3A8DACAE-88DE-2371-3A1E-D2AE9E0829C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99624" y="7391400"/>
            <a:ext cx="9180576" cy="2509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2" name="Picture 23">
            <a:extLst>
              <a:ext uri="{FF2B5EF4-FFF2-40B4-BE49-F238E27FC236}">
                <a16:creationId xmlns:a16="http://schemas.microsoft.com/office/drawing/2014/main" id="{F63B4F41-61B9-D6D7-80C3-F926624EA8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99624" y="12709525"/>
            <a:ext cx="9180576" cy="3835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92">
            <a:extLst>
              <a:ext uri="{FF2B5EF4-FFF2-40B4-BE49-F238E27FC236}">
                <a16:creationId xmlns:a16="http://schemas.microsoft.com/office/drawing/2014/main" id="{759AA81B-0BBC-68F0-701A-0EA996F5DBBA}"/>
              </a:ext>
            </a:extLst>
          </p:cNvPr>
          <p:cNvSpPr txBox="1">
            <a:spLocks noChangeArrowheads="1"/>
          </p:cNvSpPr>
          <p:nvPr/>
        </p:nvSpPr>
        <p:spPr bwMode="auto">
          <a:xfrm>
            <a:off x="1035050" y="12954000"/>
            <a:ext cx="9175750" cy="879475"/>
          </a:xfrm>
          <a:prstGeom prst="rect">
            <a:avLst/>
          </a:prstGeom>
          <a:solidFill>
            <a:schemeClr val="tx1">
              <a:lumMod val="75000"/>
              <a:lumOff val="25000"/>
            </a:schemeClr>
          </a:solidFill>
          <a:ln>
            <a:solidFill>
              <a:schemeClr val="tx1">
                <a:lumMod val="65000"/>
                <a:lumOff val="35000"/>
              </a:schemeClr>
            </a:solidFill>
          </a:ln>
          <a:effectLst>
            <a:outerShdw blurRad="50800" dist="38100" dir="2700000" algn="tl" rotWithShape="0">
              <a:prstClr val="black">
                <a:alpha val="40000"/>
              </a:prstClr>
            </a:outerShdw>
          </a:effectLst>
        </p:spPr>
        <p:txBody>
          <a:bodyPr anchor="ctr"/>
          <a:lstStyle>
            <a:lvl1pPr defTabSz="4702175" eaLnBrk="0" hangingPunct="0">
              <a:defRPr sz="9300">
                <a:solidFill>
                  <a:schemeClr val="tx1"/>
                </a:solidFill>
                <a:latin typeface="Arial" panose="020B0604020202020204" pitchFamily="34" charset="0"/>
              </a:defRPr>
            </a:lvl1pPr>
            <a:lvl2pPr marL="742950" indent="-285750" defTabSz="4702175" eaLnBrk="0" hangingPunct="0">
              <a:defRPr sz="9300">
                <a:solidFill>
                  <a:schemeClr val="tx1"/>
                </a:solidFill>
                <a:latin typeface="Arial" panose="020B0604020202020204" pitchFamily="34" charset="0"/>
              </a:defRPr>
            </a:lvl2pPr>
            <a:lvl3pPr marL="1143000" indent="-228600" defTabSz="4702175" eaLnBrk="0" hangingPunct="0">
              <a:defRPr sz="9300">
                <a:solidFill>
                  <a:schemeClr val="tx1"/>
                </a:solidFill>
                <a:latin typeface="Arial" panose="020B0604020202020204" pitchFamily="34" charset="0"/>
              </a:defRPr>
            </a:lvl3pPr>
            <a:lvl4pPr marL="1600200" indent="-228600" defTabSz="4702175" eaLnBrk="0" hangingPunct="0">
              <a:defRPr sz="9300">
                <a:solidFill>
                  <a:schemeClr val="tx1"/>
                </a:solidFill>
                <a:latin typeface="Arial" panose="020B0604020202020204" pitchFamily="34" charset="0"/>
              </a:defRPr>
            </a:lvl4pPr>
            <a:lvl5pPr marL="2057400" indent="-228600" defTabSz="4702175" eaLnBrk="0" hangingPunct="0">
              <a:defRPr sz="9300">
                <a:solidFill>
                  <a:schemeClr val="tx1"/>
                </a:solidFill>
                <a:latin typeface="Arial" panose="020B0604020202020204" pitchFamily="34" charset="0"/>
              </a:defRPr>
            </a:lvl5pPr>
            <a:lvl6pPr marL="2514600" indent="-228600" defTabSz="4702175" eaLnBrk="0" fontAlgn="base" hangingPunct="0">
              <a:spcBef>
                <a:spcPct val="0"/>
              </a:spcBef>
              <a:spcAft>
                <a:spcPct val="0"/>
              </a:spcAft>
              <a:defRPr sz="9300">
                <a:solidFill>
                  <a:schemeClr val="tx1"/>
                </a:solidFill>
                <a:latin typeface="Arial" panose="020B0604020202020204" pitchFamily="34" charset="0"/>
              </a:defRPr>
            </a:lvl6pPr>
            <a:lvl7pPr marL="2971800" indent="-228600" defTabSz="4702175" eaLnBrk="0" fontAlgn="base" hangingPunct="0">
              <a:spcBef>
                <a:spcPct val="0"/>
              </a:spcBef>
              <a:spcAft>
                <a:spcPct val="0"/>
              </a:spcAft>
              <a:defRPr sz="9300">
                <a:solidFill>
                  <a:schemeClr val="tx1"/>
                </a:solidFill>
                <a:latin typeface="Arial" panose="020B0604020202020204" pitchFamily="34" charset="0"/>
              </a:defRPr>
            </a:lvl7pPr>
            <a:lvl8pPr marL="3429000" indent="-228600" defTabSz="4702175" eaLnBrk="0" fontAlgn="base" hangingPunct="0">
              <a:spcBef>
                <a:spcPct val="0"/>
              </a:spcBef>
              <a:spcAft>
                <a:spcPct val="0"/>
              </a:spcAft>
              <a:defRPr sz="9300">
                <a:solidFill>
                  <a:schemeClr val="tx1"/>
                </a:solidFill>
                <a:latin typeface="Arial" panose="020B0604020202020204" pitchFamily="34" charset="0"/>
              </a:defRPr>
            </a:lvl8pPr>
            <a:lvl9pPr marL="3886200" indent="-228600" defTabSz="4702175" eaLnBrk="0" fontAlgn="base" hangingPunct="0">
              <a:spcBef>
                <a:spcPct val="0"/>
              </a:spcBef>
              <a:spcAft>
                <a:spcPct val="0"/>
              </a:spcAft>
              <a:defRPr sz="9300">
                <a:solidFill>
                  <a:schemeClr val="tx1"/>
                </a:solidFill>
                <a:latin typeface="Arial" panose="020B0604020202020204" pitchFamily="34" charset="0"/>
              </a:defRPr>
            </a:lvl9pPr>
          </a:lstStyle>
          <a:p>
            <a:pPr algn="ctr" eaLnBrk="1" fontAlgn="auto" hangingPunct="1">
              <a:spcBef>
                <a:spcPct val="50000"/>
              </a:spcBef>
              <a:spcAft>
                <a:spcPts val="0"/>
              </a:spcAft>
              <a:defRPr/>
            </a:pPr>
            <a:r>
              <a:rPr lang="en-US" altLang="en-US" sz="5400" b="1" dirty="0">
                <a:solidFill>
                  <a:schemeClr val="bg1"/>
                </a:solidFill>
                <a:ea typeface="Tahoma" panose="020B0604030504040204" pitchFamily="34" charset="0"/>
                <a:cs typeface="Arial" panose="020B0604020202020204" pitchFamily="34" charset="0"/>
              </a:rPr>
              <a:t>INTRODUCTION</a:t>
            </a:r>
          </a:p>
        </p:txBody>
      </p:sp>
      <p:sp>
        <p:nvSpPr>
          <p:cNvPr id="2077" name="TextBox 39">
            <a:extLst>
              <a:ext uri="{FF2B5EF4-FFF2-40B4-BE49-F238E27FC236}">
                <a16:creationId xmlns:a16="http://schemas.microsoft.com/office/drawing/2014/main" id="{0AB89123-7E1D-FDC3-AF41-5847F929DCBB}"/>
              </a:ext>
            </a:extLst>
          </p:cNvPr>
          <p:cNvSpPr txBox="1">
            <a:spLocks noChangeArrowheads="1"/>
          </p:cNvSpPr>
          <p:nvPr/>
        </p:nvSpPr>
        <p:spPr bwMode="auto">
          <a:xfrm>
            <a:off x="1035050" y="14143970"/>
            <a:ext cx="9251950" cy="932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sz="3000" dirty="0">
                <a:solidFill>
                  <a:srgbClr val="F8F8F8"/>
                </a:solidFill>
                <a:latin typeface="Times New Roman" panose="02020603050405020304" pitchFamily="18" charset="0"/>
                <a:cs typeface="Times New Roman" panose="02020603050405020304" pitchFamily="18" charset="0"/>
              </a:rPr>
              <a:t>Data were scraped from the University of Findlay Newsroom – News Releases using </a:t>
            </a:r>
            <a:r>
              <a:rPr lang="en-US" altLang="en-US" sz="3000" i="1" dirty="0">
                <a:solidFill>
                  <a:srgbClr val="F8F8F8"/>
                </a:solidFill>
                <a:latin typeface="Times New Roman" panose="02020603050405020304" pitchFamily="18" charset="0"/>
                <a:cs typeface="Times New Roman" panose="02020603050405020304" pitchFamily="18" charset="0"/>
              </a:rPr>
              <a:t>BeautifulSoup</a:t>
            </a:r>
            <a:r>
              <a:rPr lang="en-US" altLang="en-US" sz="3000" dirty="0">
                <a:solidFill>
                  <a:srgbClr val="F8F8F8"/>
                </a:solidFill>
                <a:latin typeface="Times New Roman" panose="02020603050405020304" pitchFamily="18" charset="0"/>
                <a:cs typeface="Times New Roman" panose="02020603050405020304" pitchFamily="18" charset="0"/>
              </a:rPr>
              <a:t> and </a:t>
            </a:r>
            <a:r>
              <a:rPr lang="en-US" altLang="en-US" sz="3000" i="1" dirty="0">
                <a:solidFill>
                  <a:srgbClr val="F8F8F8"/>
                </a:solidFill>
                <a:latin typeface="Times New Roman" panose="02020603050405020304" pitchFamily="18" charset="0"/>
                <a:cs typeface="Times New Roman" panose="02020603050405020304" pitchFamily="18" charset="0"/>
              </a:rPr>
              <a:t>Requests </a:t>
            </a:r>
            <a:r>
              <a:rPr lang="en-US" altLang="en-US" sz="3000" dirty="0">
                <a:solidFill>
                  <a:srgbClr val="F8F8F8"/>
                </a:solidFill>
                <a:latin typeface="Times New Roman" panose="02020603050405020304" pitchFamily="18" charset="0"/>
                <a:cs typeface="Times New Roman" panose="02020603050405020304" pitchFamily="18" charset="0"/>
              </a:rPr>
              <a:t>Python libraries. The corpus collected included  article titles, dates, view counts and content. The articles were cleaned and processed using natural language processing techniques including removing stopwords, standardizing word forms (lemmatization), and handling names consistently (using a custom dictionary). The processed texts were then represented numerically using three text embedding methods—Word2Vec, GloVe, and BERT—to capture different levels of word meaning and context. These representations were grouped using two clustering techniques: K-Means, which partitions data into defined groups, and Hierarchical Clustering, which builds a tree-like structure of related topics. Cluster performance was evaluated using standard quality measures: Silhouette Score (how well articles fit their assigned group) and Davies–Bouldin Index (how distinct the groups are). Analyzing article view counts across these clusters revealed which topics drew the highest audience attention.</a:t>
            </a:r>
          </a:p>
        </p:txBody>
      </p:sp>
      <p:pic>
        <p:nvPicPr>
          <p:cNvPr id="2079" name="Picture 51">
            <a:extLst>
              <a:ext uri="{FF2B5EF4-FFF2-40B4-BE49-F238E27FC236}">
                <a16:creationId xmlns:a16="http://schemas.microsoft.com/office/drawing/2014/main" id="{C8D256D5-73F1-552D-4191-7D4AE89838A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787188" y="23088600"/>
            <a:ext cx="9180576" cy="2893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0" name="TextBox 60">
            <a:extLst>
              <a:ext uri="{FF2B5EF4-FFF2-40B4-BE49-F238E27FC236}">
                <a16:creationId xmlns:a16="http://schemas.microsoft.com/office/drawing/2014/main" id="{F83A7E7B-B561-3BAD-0F58-C2A48BB4FE1F}"/>
              </a:ext>
            </a:extLst>
          </p:cNvPr>
          <p:cNvSpPr txBox="1">
            <a:spLocks noChangeArrowheads="1"/>
          </p:cNvSpPr>
          <p:nvPr/>
        </p:nvSpPr>
        <p:spPr bwMode="auto">
          <a:xfrm>
            <a:off x="11807092" y="20269200"/>
            <a:ext cx="91757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3000" i="1" dirty="0">
                <a:solidFill>
                  <a:srgbClr val="F8F8F8"/>
                </a:solidFill>
                <a:latin typeface="Times New Roman" panose="02020603050405020304" pitchFamily="18" charset="0"/>
                <a:cs typeface="Times New Roman" panose="02020603050405020304" pitchFamily="18" charset="0"/>
              </a:rPr>
              <a:t>Figure 3: Scatter Chart of </a:t>
            </a:r>
            <a:r>
              <a:rPr lang="en-US" altLang="en-US" sz="3000" i="1" dirty="0">
                <a:solidFill>
                  <a:srgbClr val="F8F8F8"/>
                </a:solidFill>
                <a:latin typeface="Times New Roman" panose="02020603050405020304" pitchFamily="18" charset="0"/>
                <a:cs typeface="Times New Roman" panose="02020603050405020304" pitchFamily="18" charset="0"/>
              </a:rPr>
              <a:t>Clustering Quality</a:t>
            </a:r>
            <a:endParaRPr lang="en-IN" altLang="en-US" sz="3000" i="1" dirty="0">
              <a:solidFill>
                <a:srgbClr val="F8F8F8"/>
              </a:solidFill>
              <a:latin typeface="Times New Roman" panose="02020603050405020304" pitchFamily="18" charset="0"/>
              <a:cs typeface="Times New Roman" panose="02020603050405020304" pitchFamily="18" charset="0"/>
            </a:endParaRPr>
          </a:p>
        </p:txBody>
      </p:sp>
      <p:sp>
        <p:nvSpPr>
          <p:cNvPr id="2082" name="TextBox 2049">
            <a:extLst>
              <a:ext uri="{FF2B5EF4-FFF2-40B4-BE49-F238E27FC236}">
                <a16:creationId xmlns:a16="http://schemas.microsoft.com/office/drawing/2014/main" id="{865A75B1-F1B6-FE55-4E86-1AF818530A11}"/>
              </a:ext>
            </a:extLst>
          </p:cNvPr>
          <p:cNvSpPr txBox="1">
            <a:spLocks noChangeArrowheads="1"/>
          </p:cNvSpPr>
          <p:nvPr/>
        </p:nvSpPr>
        <p:spPr bwMode="auto">
          <a:xfrm>
            <a:off x="11787188" y="20926425"/>
            <a:ext cx="918057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indent="0"/>
            <a:r>
              <a:rPr lang="en-US" altLang="en-US" sz="3000" dirty="0">
                <a:solidFill>
                  <a:srgbClr val="F8F8F8"/>
                </a:solidFill>
                <a:latin typeface="Times New Roman" panose="02020603050405020304" pitchFamily="18" charset="0"/>
                <a:cs typeface="Times New Roman" panose="02020603050405020304" pitchFamily="18" charset="0"/>
              </a:rPr>
              <a:t>Silhouette Score (higher is better) and Davies–Bouldin Index (lower is better) were used to select the best k values for Word2Vec + K-Means. Both metrics favored using K-Means with 9 clusters, as seen in Figure 3.</a:t>
            </a:r>
            <a:endParaRPr lang="en-IN" altLang="en-US" sz="3000" dirty="0">
              <a:solidFill>
                <a:srgbClr val="F8F8F8"/>
              </a:solidFill>
              <a:latin typeface="Times New Roman" panose="02020603050405020304" pitchFamily="18" charset="0"/>
              <a:cs typeface="Times New Roman" panose="02020603050405020304" pitchFamily="18" charset="0"/>
            </a:endParaRPr>
          </a:p>
        </p:txBody>
      </p:sp>
      <p:sp>
        <p:nvSpPr>
          <p:cNvPr id="2083" name="TextBox 2050">
            <a:extLst>
              <a:ext uri="{FF2B5EF4-FFF2-40B4-BE49-F238E27FC236}">
                <a16:creationId xmlns:a16="http://schemas.microsoft.com/office/drawing/2014/main" id="{31FA60A7-EA54-CD59-1E96-FDB3925FBF40}"/>
              </a:ext>
            </a:extLst>
          </p:cNvPr>
          <p:cNvSpPr txBox="1">
            <a:spLocks noChangeArrowheads="1"/>
          </p:cNvSpPr>
          <p:nvPr/>
        </p:nvSpPr>
        <p:spPr bwMode="auto">
          <a:xfrm>
            <a:off x="11778456" y="11353800"/>
            <a:ext cx="91948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3000" i="1" dirty="0">
                <a:solidFill>
                  <a:srgbClr val="F8F8F8"/>
                </a:solidFill>
                <a:latin typeface="Times New Roman" panose="02020603050405020304" pitchFamily="18" charset="0"/>
                <a:cs typeface="Times New Roman" panose="02020603050405020304" pitchFamily="18" charset="0"/>
              </a:rPr>
              <a:t>Figure 2: Workflow of Analysis Steps</a:t>
            </a:r>
            <a:endParaRPr lang="en-IN" altLang="en-US" sz="3000" i="1" dirty="0">
              <a:solidFill>
                <a:srgbClr val="F8F8F8"/>
              </a:solidFill>
              <a:latin typeface="Times New Roman" panose="02020603050405020304" pitchFamily="18" charset="0"/>
              <a:cs typeface="Times New Roman" panose="02020603050405020304" pitchFamily="18" charset="0"/>
            </a:endParaRPr>
          </a:p>
        </p:txBody>
      </p:sp>
      <p:sp>
        <p:nvSpPr>
          <p:cNvPr id="2085" name="TextBox 2052">
            <a:extLst>
              <a:ext uri="{FF2B5EF4-FFF2-40B4-BE49-F238E27FC236}">
                <a16:creationId xmlns:a16="http://schemas.microsoft.com/office/drawing/2014/main" id="{0DE0DF79-1F6D-421E-F09B-D99DFAF9D37B}"/>
              </a:ext>
            </a:extLst>
          </p:cNvPr>
          <p:cNvSpPr txBox="1">
            <a:spLocks noChangeArrowheads="1"/>
          </p:cNvSpPr>
          <p:nvPr/>
        </p:nvSpPr>
        <p:spPr bwMode="auto">
          <a:xfrm>
            <a:off x="11787188" y="26131380"/>
            <a:ext cx="91948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3000" i="1" dirty="0">
                <a:solidFill>
                  <a:srgbClr val="F8F8F8"/>
                </a:solidFill>
                <a:latin typeface="Times New Roman" panose="02020603050405020304" pitchFamily="18" charset="0"/>
                <a:cs typeface="Times New Roman" panose="02020603050405020304" pitchFamily="18" charset="0"/>
              </a:rPr>
              <a:t>Figure 4: </a:t>
            </a:r>
            <a:r>
              <a:rPr lang="en-US" altLang="en-US" sz="3000" i="1" dirty="0">
                <a:solidFill>
                  <a:srgbClr val="F8F8F8"/>
                </a:solidFill>
                <a:latin typeface="Times New Roman" panose="02020603050405020304" pitchFamily="18" charset="0"/>
                <a:cs typeface="Times New Roman" panose="02020603050405020304" pitchFamily="18" charset="0"/>
              </a:rPr>
              <a:t>Hierarchical Clustering (Word2Vec representation, cluster size = 13)</a:t>
            </a:r>
            <a:endParaRPr lang="en-IN" altLang="en-US" sz="3000" i="1" dirty="0">
              <a:solidFill>
                <a:srgbClr val="F8F8F8"/>
              </a:solidFill>
              <a:latin typeface="Times New Roman" panose="02020603050405020304" pitchFamily="18" charset="0"/>
              <a:cs typeface="Times New Roman" panose="02020603050405020304" pitchFamily="18" charset="0"/>
            </a:endParaRPr>
          </a:p>
        </p:txBody>
      </p:sp>
      <p:sp>
        <p:nvSpPr>
          <p:cNvPr id="2086" name="TextBox 2054">
            <a:extLst>
              <a:ext uri="{FF2B5EF4-FFF2-40B4-BE49-F238E27FC236}">
                <a16:creationId xmlns:a16="http://schemas.microsoft.com/office/drawing/2014/main" id="{F372BB30-D3C8-0C85-1419-5B9E5C345B2B}"/>
              </a:ext>
            </a:extLst>
          </p:cNvPr>
          <p:cNvSpPr txBox="1">
            <a:spLocks noChangeArrowheads="1"/>
          </p:cNvSpPr>
          <p:nvPr/>
        </p:nvSpPr>
        <p:spPr bwMode="auto">
          <a:xfrm>
            <a:off x="11787188" y="27241143"/>
            <a:ext cx="9180576"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indent="0"/>
            <a:r>
              <a:rPr lang="en-US" altLang="en-US" sz="3000" dirty="0">
                <a:solidFill>
                  <a:srgbClr val="F8F8F8"/>
                </a:solidFill>
                <a:latin typeface="Times New Roman" panose="02020603050405020304" pitchFamily="18" charset="0"/>
                <a:cs typeface="Times New Roman" panose="02020603050405020304" pitchFamily="18" charset="0"/>
              </a:rPr>
              <a:t>The  dendrogram in Figure 4 groups UF Newsroom articles into 13 topic clusters using Word2Vec embeddings and hierarchical clustering. The red line shows the distance-based cutoff. Colors represent distinct clusters, matched with the legend for interpretation.</a:t>
            </a:r>
            <a:endParaRPr lang="en-IN" altLang="en-US" sz="3000" dirty="0">
              <a:solidFill>
                <a:srgbClr val="F8F8F8"/>
              </a:solidFill>
              <a:latin typeface="Times New Roman" panose="02020603050405020304" pitchFamily="18" charset="0"/>
              <a:cs typeface="Times New Roman" panose="02020603050405020304" pitchFamily="18" charset="0"/>
            </a:endParaRPr>
          </a:p>
        </p:txBody>
      </p:sp>
      <p:sp>
        <p:nvSpPr>
          <p:cNvPr id="2087" name="TextBox 2057">
            <a:extLst>
              <a:ext uri="{FF2B5EF4-FFF2-40B4-BE49-F238E27FC236}">
                <a16:creationId xmlns:a16="http://schemas.microsoft.com/office/drawing/2014/main" id="{3016EC95-49C8-A0E4-84BF-6F77C662F819}"/>
              </a:ext>
            </a:extLst>
          </p:cNvPr>
          <p:cNvSpPr txBox="1">
            <a:spLocks noChangeArrowheads="1"/>
          </p:cNvSpPr>
          <p:nvPr/>
        </p:nvSpPr>
        <p:spPr bwMode="auto">
          <a:xfrm>
            <a:off x="33656905" y="12395537"/>
            <a:ext cx="918057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3000" i="1" dirty="0">
                <a:solidFill>
                  <a:srgbClr val="F8F8F8"/>
                </a:solidFill>
                <a:latin typeface="Times New Roman" panose="02020603050405020304" pitchFamily="18" charset="0"/>
                <a:cs typeface="Times New Roman" panose="02020603050405020304" pitchFamily="18" charset="0"/>
              </a:rPr>
              <a:t> Figure 8: </a:t>
            </a:r>
            <a:r>
              <a:rPr lang="en-US" sz="3000" i="1" dirty="0">
                <a:solidFill>
                  <a:srgbClr val="F8F8F8"/>
                </a:solidFill>
                <a:latin typeface="Times New Roman" panose="02020603050405020304" pitchFamily="18" charset="0"/>
                <a:cs typeface="Times New Roman" panose="02020603050405020304" pitchFamily="18" charset="0"/>
              </a:rPr>
              <a:t>Median Views per Cluster (Word2Vec + </a:t>
            </a:r>
          </a:p>
          <a:p>
            <a:pPr algn="ctr"/>
            <a:r>
              <a:rPr lang="en-US" sz="3000" i="1" dirty="0">
                <a:solidFill>
                  <a:srgbClr val="F8F8F8"/>
                </a:solidFill>
                <a:latin typeface="Times New Roman" panose="02020603050405020304" pitchFamily="18" charset="0"/>
                <a:cs typeface="Times New Roman" panose="02020603050405020304" pitchFamily="18" charset="0"/>
              </a:rPr>
              <a:t>K-Means)</a:t>
            </a:r>
            <a:endParaRPr lang="en-IN" altLang="en-US" sz="3000" i="1" dirty="0">
              <a:solidFill>
                <a:srgbClr val="F8F8F8"/>
              </a:solidFill>
              <a:latin typeface="Times New Roman" panose="02020603050405020304" pitchFamily="18" charset="0"/>
              <a:cs typeface="Times New Roman" panose="02020603050405020304" pitchFamily="18" charset="0"/>
            </a:endParaRPr>
          </a:p>
        </p:txBody>
      </p:sp>
      <p:sp>
        <p:nvSpPr>
          <p:cNvPr id="2088" name="TextBox 2059">
            <a:extLst>
              <a:ext uri="{FF2B5EF4-FFF2-40B4-BE49-F238E27FC236}">
                <a16:creationId xmlns:a16="http://schemas.microsoft.com/office/drawing/2014/main" id="{31BED25D-715E-1241-25A4-875B3C6C2795}"/>
              </a:ext>
            </a:extLst>
          </p:cNvPr>
          <p:cNvSpPr txBox="1">
            <a:spLocks noChangeArrowheads="1"/>
          </p:cNvSpPr>
          <p:nvPr/>
        </p:nvSpPr>
        <p:spPr bwMode="auto">
          <a:xfrm>
            <a:off x="22899624" y="26041350"/>
            <a:ext cx="9180576"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sz="3000" i="1" dirty="0">
                <a:solidFill>
                  <a:srgbClr val="F8F8F8"/>
                </a:solidFill>
                <a:latin typeface="Times New Roman" panose="02020603050405020304" pitchFamily="18" charset="0"/>
                <a:cs typeface="Times New Roman" panose="02020603050405020304" pitchFamily="18" charset="0"/>
              </a:rPr>
              <a:t>Figure 7: Top 10 Most Viewed Articles Across All Clusters</a:t>
            </a:r>
            <a:endParaRPr lang="en-IN" altLang="en-US" sz="3000" i="1" dirty="0">
              <a:solidFill>
                <a:srgbClr val="F8F8F8"/>
              </a:solidFill>
              <a:latin typeface="Times New Roman" panose="02020603050405020304" pitchFamily="18" charset="0"/>
              <a:cs typeface="Times New Roman" panose="02020603050405020304" pitchFamily="18" charset="0"/>
            </a:endParaRPr>
          </a:p>
        </p:txBody>
      </p:sp>
      <p:sp>
        <p:nvSpPr>
          <p:cNvPr id="2089" name="TextBox 2061">
            <a:extLst>
              <a:ext uri="{FF2B5EF4-FFF2-40B4-BE49-F238E27FC236}">
                <a16:creationId xmlns:a16="http://schemas.microsoft.com/office/drawing/2014/main" id="{30B73E62-7002-3F7A-7995-B5890CCB13D5}"/>
              </a:ext>
            </a:extLst>
          </p:cNvPr>
          <p:cNvSpPr txBox="1">
            <a:spLocks noChangeArrowheads="1"/>
          </p:cNvSpPr>
          <p:nvPr/>
        </p:nvSpPr>
        <p:spPr bwMode="auto">
          <a:xfrm>
            <a:off x="33656905" y="13457872"/>
            <a:ext cx="918057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indent="0"/>
            <a:r>
              <a:rPr lang="en-US" sz="3000" dirty="0">
                <a:solidFill>
                  <a:srgbClr val="F8F8F8"/>
                </a:solidFill>
                <a:latin typeface="Times New Roman" panose="02020603050405020304" pitchFamily="18" charset="0"/>
                <a:cs typeface="Times New Roman" panose="02020603050405020304" pitchFamily="18" charset="0"/>
              </a:rPr>
              <a:t>Median article views revealed Education Programs &amp; University news - content themes attracted the most readers across UF Newsroom clusters.</a:t>
            </a:r>
            <a:endParaRPr lang="en-IN" altLang="en-US" sz="3000" dirty="0">
              <a:solidFill>
                <a:srgbClr val="F8F8F8"/>
              </a:solidFill>
              <a:latin typeface="Times New Roman" panose="02020603050405020304" pitchFamily="18" charset="0"/>
              <a:cs typeface="Times New Roman" panose="02020603050405020304" pitchFamily="18" charset="0"/>
            </a:endParaRPr>
          </a:p>
        </p:txBody>
      </p:sp>
      <p:sp>
        <p:nvSpPr>
          <p:cNvPr id="2090" name="TextBox 2063">
            <a:extLst>
              <a:ext uri="{FF2B5EF4-FFF2-40B4-BE49-F238E27FC236}">
                <a16:creationId xmlns:a16="http://schemas.microsoft.com/office/drawing/2014/main" id="{95C4F4C3-11D2-8AEA-7AC7-CED141C96BE2}"/>
              </a:ext>
            </a:extLst>
          </p:cNvPr>
          <p:cNvSpPr txBox="1">
            <a:spLocks noChangeArrowheads="1"/>
          </p:cNvSpPr>
          <p:nvPr/>
        </p:nvSpPr>
        <p:spPr bwMode="auto">
          <a:xfrm>
            <a:off x="22899624" y="9982200"/>
            <a:ext cx="918057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3000" i="1" dirty="0">
                <a:solidFill>
                  <a:srgbClr val="F8F8F8"/>
                </a:solidFill>
                <a:latin typeface="Times New Roman" panose="02020603050405020304" pitchFamily="18" charset="0"/>
                <a:cs typeface="Times New Roman" panose="02020603050405020304" pitchFamily="18" charset="0"/>
              </a:rPr>
              <a:t>Figure 5: </a:t>
            </a:r>
            <a:r>
              <a:rPr lang="en-US" altLang="en-US" sz="3000" i="1" dirty="0">
                <a:solidFill>
                  <a:srgbClr val="F8F8F8"/>
                </a:solidFill>
                <a:latin typeface="Times New Roman" panose="02020603050405020304" pitchFamily="18" charset="0"/>
                <a:cs typeface="Times New Roman" panose="02020603050405020304" pitchFamily="18" charset="0"/>
              </a:rPr>
              <a:t>Clustering Results for Each Embedding and Clustering Combination</a:t>
            </a:r>
            <a:endParaRPr lang="en-IN" altLang="en-US" sz="3000" i="1" dirty="0">
              <a:solidFill>
                <a:srgbClr val="F8F8F8"/>
              </a:solidFill>
              <a:latin typeface="Times New Roman" panose="02020603050405020304" pitchFamily="18" charset="0"/>
              <a:cs typeface="Times New Roman" panose="02020603050405020304" pitchFamily="18" charset="0"/>
            </a:endParaRPr>
          </a:p>
        </p:txBody>
      </p:sp>
      <p:sp>
        <p:nvSpPr>
          <p:cNvPr id="2091" name="TextBox 2065">
            <a:extLst>
              <a:ext uri="{FF2B5EF4-FFF2-40B4-BE49-F238E27FC236}">
                <a16:creationId xmlns:a16="http://schemas.microsoft.com/office/drawing/2014/main" id="{86A15B4F-2D7F-33CB-A68F-2C926658F45D}"/>
              </a:ext>
            </a:extLst>
          </p:cNvPr>
          <p:cNvSpPr txBox="1">
            <a:spLocks noChangeArrowheads="1"/>
          </p:cNvSpPr>
          <p:nvPr/>
        </p:nvSpPr>
        <p:spPr bwMode="auto">
          <a:xfrm>
            <a:off x="22899624" y="16667202"/>
            <a:ext cx="918057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3000" i="1" dirty="0">
                <a:solidFill>
                  <a:srgbClr val="F8F8F8"/>
                </a:solidFill>
                <a:latin typeface="Times New Roman" panose="02020603050405020304" pitchFamily="18" charset="0"/>
                <a:cs typeface="Times New Roman" panose="02020603050405020304" pitchFamily="18" charset="0"/>
              </a:rPr>
              <a:t>Figure 6: Overall Best </a:t>
            </a:r>
            <a:r>
              <a:rPr lang="en-US" altLang="en-US" sz="3000" i="1" dirty="0">
                <a:solidFill>
                  <a:srgbClr val="F8F8F8"/>
                </a:solidFill>
                <a:latin typeface="Times New Roman" panose="02020603050405020304" pitchFamily="18" charset="0"/>
                <a:cs typeface="Times New Roman" panose="02020603050405020304" pitchFamily="18" charset="0"/>
              </a:rPr>
              <a:t>Clusters of UF Newsroom Articles</a:t>
            </a:r>
            <a:endParaRPr lang="en-IN" altLang="en-US" sz="3000" i="1" dirty="0">
              <a:solidFill>
                <a:srgbClr val="F8F8F8"/>
              </a:solidFill>
              <a:latin typeface="Times New Roman" panose="02020603050405020304" pitchFamily="18" charset="0"/>
              <a:cs typeface="Times New Roman" panose="02020603050405020304" pitchFamily="18" charset="0"/>
            </a:endParaRPr>
          </a:p>
        </p:txBody>
      </p:sp>
      <p:sp>
        <p:nvSpPr>
          <p:cNvPr id="2092" name="TextBox 2067">
            <a:extLst>
              <a:ext uri="{FF2B5EF4-FFF2-40B4-BE49-F238E27FC236}">
                <a16:creationId xmlns:a16="http://schemas.microsoft.com/office/drawing/2014/main" id="{0A86F8A2-7FF8-0863-D668-7C21981EDF73}"/>
              </a:ext>
            </a:extLst>
          </p:cNvPr>
          <p:cNvSpPr txBox="1">
            <a:spLocks noChangeArrowheads="1"/>
          </p:cNvSpPr>
          <p:nvPr/>
        </p:nvSpPr>
        <p:spPr bwMode="auto">
          <a:xfrm>
            <a:off x="22899624" y="17526000"/>
            <a:ext cx="9180576"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indent="0"/>
            <a:r>
              <a:rPr lang="en-US" altLang="en-US" sz="3000" dirty="0">
                <a:solidFill>
                  <a:srgbClr val="F8F8F8"/>
                </a:solidFill>
                <a:latin typeface="Times New Roman" panose="02020603050405020304" pitchFamily="18" charset="0"/>
                <a:cs typeface="Times New Roman" panose="02020603050405020304" pitchFamily="18" charset="0"/>
              </a:rPr>
              <a:t>Each dot represents a UF Newsroom article positioned in 2D space using dimensionality reduction. Articles are grouped into 9 color-coded clusters based on semantic similarity using Word2Vec embeddings and K-Means (k=9). Cluster labels were assigned using top keywords and reflect dominant themes such as campus events, education, and community outreach.</a:t>
            </a:r>
            <a:endParaRPr lang="en-IN" altLang="en-US" sz="3000" dirty="0">
              <a:solidFill>
                <a:srgbClr val="F8F8F8"/>
              </a:solidFill>
              <a:latin typeface="Times New Roman" panose="02020603050405020304" pitchFamily="18" charset="0"/>
              <a:cs typeface="Times New Roman" panose="02020603050405020304" pitchFamily="18" charset="0"/>
            </a:endParaRPr>
          </a:p>
        </p:txBody>
      </p:sp>
      <p:sp>
        <p:nvSpPr>
          <p:cNvPr id="2093" name="TextBox 2071">
            <a:extLst>
              <a:ext uri="{FF2B5EF4-FFF2-40B4-BE49-F238E27FC236}">
                <a16:creationId xmlns:a16="http://schemas.microsoft.com/office/drawing/2014/main" id="{058B6E9D-C79F-A6A5-5DE1-BDC4A8F45E66}"/>
              </a:ext>
            </a:extLst>
          </p:cNvPr>
          <p:cNvSpPr txBox="1">
            <a:spLocks noChangeArrowheads="1"/>
          </p:cNvSpPr>
          <p:nvPr/>
        </p:nvSpPr>
        <p:spPr bwMode="auto">
          <a:xfrm>
            <a:off x="22899624" y="26746200"/>
            <a:ext cx="9180576"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indent="0"/>
            <a:r>
              <a:rPr lang="en-US" altLang="en-US" sz="3000" dirty="0">
                <a:solidFill>
                  <a:srgbClr val="F8F8F8"/>
                </a:solidFill>
                <a:latin typeface="Times New Roman" panose="02020603050405020304" pitchFamily="18" charset="0"/>
                <a:cs typeface="Times New Roman" panose="02020603050405020304" pitchFamily="18" charset="0"/>
              </a:rPr>
              <a:t>This chart shows the 10 UF Newsroom articles with the highest view counts, based on clustering with Word2Vec + K-Means. It highlights which topics drew the most audience attention. These high-performing articles can help inform content strategy by revealing what kinds of news stories engage readers most.</a:t>
            </a:r>
            <a:endParaRPr lang="en-IN" altLang="en-US" sz="3000" dirty="0">
              <a:solidFill>
                <a:srgbClr val="F8F8F8"/>
              </a:solidFill>
              <a:latin typeface="Times New Roman" panose="02020603050405020304" pitchFamily="18" charset="0"/>
              <a:cs typeface="Times New Roman" panose="02020603050405020304" pitchFamily="18" charset="0"/>
            </a:endParaRPr>
          </a:p>
        </p:txBody>
      </p:sp>
      <p:sp>
        <p:nvSpPr>
          <p:cNvPr id="2094" name="TextBox 2077">
            <a:extLst>
              <a:ext uri="{FF2B5EF4-FFF2-40B4-BE49-F238E27FC236}">
                <a16:creationId xmlns:a16="http://schemas.microsoft.com/office/drawing/2014/main" id="{7DCBA138-5F29-69AC-405F-332B20E97919}"/>
              </a:ext>
            </a:extLst>
          </p:cNvPr>
          <p:cNvSpPr txBox="1">
            <a:spLocks noChangeArrowheads="1"/>
          </p:cNvSpPr>
          <p:nvPr/>
        </p:nvSpPr>
        <p:spPr bwMode="auto">
          <a:xfrm>
            <a:off x="1035050" y="28630559"/>
            <a:ext cx="91598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sz="3000" i="1" dirty="0">
                <a:solidFill>
                  <a:srgbClr val="F8F8F8"/>
                </a:solidFill>
                <a:latin typeface="Times New Roman" panose="02020603050405020304" pitchFamily="18" charset="0"/>
                <a:cs typeface="Times New Roman" panose="02020603050405020304" pitchFamily="18" charset="0"/>
              </a:rPr>
              <a:t>Figure 1: Image showing the Findlay Newsroom from which the data were extracted for analysis.</a:t>
            </a:r>
          </a:p>
        </p:txBody>
      </p:sp>
      <p:graphicFrame>
        <p:nvGraphicFramePr>
          <p:cNvPr id="3" name="Content Placeholder 4">
            <a:extLst>
              <a:ext uri="{FF2B5EF4-FFF2-40B4-BE49-F238E27FC236}">
                <a16:creationId xmlns:a16="http://schemas.microsoft.com/office/drawing/2014/main" id="{8441D5CF-BE72-D03E-C4E0-6627B3B9D524}"/>
              </a:ext>
            </a:extLst>
          </p:cNvPr>
          <p:cNvGraphicFramePr>
            <a:graphicFrameLocks/>
          </p:cNvGraphicFramePr>
          <p:nvPr>
            <p:extLst>
              <p:ext uri="{D42A27DB-BD31-4B8C-83A1-F6EECF244321}">
                <p14:modId xmlns:p14="http://schemas.microsoft.com/office/powerpoint/2010/main" val="92529119"/>
              </p:ext>
            </p:extLst>
          </p:nvPr>
        </p:nvGraphicFramePr>
        <p:xfrm>
          <a:off x="11118056" y="7162800"/>
          <a:ext cx="10515600" cy="4351338"/>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5" name="Picture 4">
            <a:extLst>
              <a:ext uri="{FF2B5EF4-FFF2-40B4-BE49-F238E27FC236}">
                <a16:creationId xmlns:a16="http://schemas.microsoft.com/office/drawing/2014/main" id="{02E51859-D318-7550-42B2-239F17862A66}"/>
              </a:ext>
            </a:extLst>
          </p:cNvPr>
          <p:cNvPicPr>
            <a:picLocks noChangeAspect="1"/>
          </p:cNvPicPr>
          <p:nvPr/>
        </p:nvPicPr>
        <p:blipFill>
          <a:blip r:embed="rId15"/>
          <a:stretch>
            <a:fillRect/>
          </a:stretch>
        </p:blipFill>
        <p:spPr>
          <a:xfrm>
            <a:off x="12919075" y="16383000"/>
            <a:ext cx="6969125" cy="3743689"/>
          </a:xfrm>
          <a:prstGeom prst="rect">
            <a:avLst/>
          </a:prstGeom>
        </p:spPr>
      </p:pic>
      <p:pic>
        <p:nvPicPr>
          <p:cNvPr id="8" name="Picture 7">
            <a:extLst>
              <a:ext uri="{FF2B5EF4-FFF2-40B4-BE49-F238E27FC236}">
                <a16:creationId xmlns:a16="http://schemas.microsoft.com/office/drawing/2014/main" id="{2F1525C7-DCB9-9A2F-7060-FE83CE60F90C}"/>
              </a:ext>
            </a:extLst>
          </p:cNvPr>
          <p:cNvPicPr>
            <a:picLocks noChangeAspect="1"/>
          </p:cNvPicPr>
          <p:nvPr/>
        </p:nvPicPr>
        <p:blipFill>
          <a:blip r:embed="rId16"/>
          <a:stretch>
            <a:fillRect/>
          </a:stretch>
        </p:blipFill>
        <p:spPr>
          <a:xfrm>
            <a:off x="33656905" y="6248399"/>
            <a:ext cx="9180576" cy="5973662"/>
          </a:xfrm>
          <a:prstGeom prst="rect">
            <a:avLst/>
          </a:prstGeom>
        </p:spPr>
      </p:pic>
      <p:pic>
        <p:nvPicPr>
          <p:cNvPr id="10" name="Picture 9">
            <a:extLst>
              <a:ext uri="{FF2B5EF4-FFF2-40B4-BE49-F238E27FC236}">
                <a16:creationId xmlns:a16="http://schemas.microsoft.com/office/drawing/2014/main" id="{8FF64A03-638A-B9D3-A261-59CC1D404EC3}"/>
              </a:ext>
            </a:extLst>
          </p:cNvPr>
          <p:cNvPicPr>
            <a:picLocks noChangeAspect="1"/>
          </p:cNvPicPr>
          <p:nvPr/>
        </p:nvPicPr>
        <p:blipFill>
          <a:blip r:embed="rId17"/>
          <a:stretch>
            <a:fillRect/>
          </a:stretch>
        </p:blipFill>
        <p:spPr>
          <a:xfrm>
            <a:off x="22899624" y="21183599"/>
            <a:ext cx="9180576" cy="4720924"/>
          </a:xfrm>
          <a:prstGeom prst="rect">
            <a:avLst/>
          </a:prstGeom>
        </p:spPr>
      </p:pic>
      <p:pic>
        <p:nvPicPr>
          <p:cNvPr id="11" name="Picture 27">
            <a:extLst>
              <a:ext uri="{FF2B5EF4-FFF2-40B4-BE49-F238E27FC236}">
                <a16:creationId xmlns:a16="http://schemas.microsoft.com/office/drawing/2014/main" id="{B7CCF3FC-C731-E950-A98F-95FBC8B65CB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666273" y="21780739"/>
            <a:ext cx="5275873" cy="162494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D065359-6CA2-1AD9-04C5-2B6E6C7E6557}"/>
              </a:ext>
            </a:extLst>
          </p:cNvPr>
          <p:cNvSpPr txBox="1"/>
          <p:nvPr/>
        </p:nvSpPr>
        <p:spPr>
          <a:xfrm>
            <a:off x="381000" y="381814"/>
            <a:ext cx="43129200" cy="4955203"/>
          </a:xfrm>
          <a:prstGeom prst="rect">
            <a:avLst/>
          </a:prstGeom>
          <a:solidFill>
            <a:schemeClr val="tx1"/>
          </a:solidFill>
        </p:spPr>
        <p:txBody>
          <a:bodyPr wrap="square" rtlCol="0">
            <a:spAutoFit/>
          </a:bodyPr>
          <a:lstStyle/>
          <a:p>
            <a:pPr algn="ctr"/>
            <a:endParaRPr lang="en-US" sz="9200" b="1" dirty="0">
              <a:solidFill>
                <a:srgbClr val="FFFFFF"/>
              </a:solidFill>
              <a:latin typeface="Arial" panose="020B0604020202020204" pitchFamily="34" charset="0"/>
              <a:cs typeface="Arial" panose="020B0604020202020204" pitchFamily="34" charset="0"/>
            </a:endParaRPr>
          </a:p>
          <a:p>
            <a:pPr algn="ctr"/>
            <a:r>
              <a:rPr lang="en-US" sz="9200" b="1" dirty="0">
                <a:solidFill>
                  <a:srgbClr val="FFFFFF"/>
                </a:solidFill>
                <a:latin typeface="Arial" panose="020B0604020202020204" pitchFamily="34" charset="0"/>
                <a:cs typeface="Arial" panose="020B0604020202020204" pitchFamily="34" charset="0"/>
              </a:rPr>
              <a:t>Comparison of Embedding Models for Clustering Findlay Newsroom Articles</a:t>
            </a:r>
          </a:p>
          <a:p>
            <a:pPr algn="ctr"/>
            <a:r>
              <a:rPr lang="en-US" sz="6600" b="1" dirty="0">
                <a:solidFill>
                  <a:srgbClr val="FFFFFF"/>
                </a:solidFill>
                <a:latin typeface="Arial" panose="020B0604020202020204" pitchFamily="34" charset="0"/>
                <a:cs typeface="Arial" panose="020B0604020202020204" pitchFamily="34" charset="0"/>
              </a:rPr>
              <a:t>Rohith Chakinarapu</a:t>
            </a:r>
          </a:p>
          <a:p>
            <a:pPr algn="ctr"/>
            <a:r>
              <a:rPr lang="en-US" sz="6600" b="1" dirty="0">
                <a:solidFill>
                  <a:srgbClr val="FFFFFF"/>
                </a:solidFill>
                <a:latin typeface="Arial" panose="020B0604020202020204" pitchFamily="34" charset="0"/>
                <a:cs typeface="Arial" panose="020B0604020202020204" pitchFamily="34" charset="0"/>
              </a:rPr>
              <a:t>Master of Science in Applied Security &amp; Analytics</a:t>
            </a:r>
            <a:endParaRPr lang="en-IN" sz="6600" b="1" dirty="0">
              <a:solidFill>
                <a:srgbClr val="FFFFFF"/>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9DD346A-4155-5803-8672-8A49FB5ED84F}"/>
              </a:ext>
            </a:extLst>
          </p:cNvPr>
          <p:cNvSpPr txBox="1"/>
          <p:nvPr/>
        </p:nvSpPr>
        <p:spPr>
          <a:xfrm>
            <a:off x="381000" y="30552795"/>
            <a:ext cx="43129200" cy="1948322"/>
          </a:xfrm>
          <a:prstGeom prst="rect">
            <a:avLst/>
          </a:prstGeom>
          <a:solidFill>
            <a:schemeClr val="tx1"/>
          </a:solidFill>
        </p:spPr>
        <p:txBody>
          <a:bodyPr wrap="square" rtlCol="0">
            <a:spAutoFit/>
          </a:bodyPr>
          <a:lstStyle/>
          <a:p>
            <a:endParaRPr lang="en-IN" dirty="0"/>
          </a:p>
        </p:txBody>
      </p:sp>
      <p:pic>
        <p:nvPicPr>
          <p:cNvPr id="12" name="Picture 78" descr="W:\Templates\Test Templates\Scientific Posters\Online\Custom School Templates\Findlay\New Logo (PMS 151)\Findlay_LogoWhite.wmf">
            <a:extLst>
              <a:ext uri="{FF2B5EF4-FFF2-40B4-BE49-F238E27FC236}">
                <a16:creationId xmlns:a16="http://schemas.microsoft.com/office/drawing/2014/main" id="{F9FF1EB4-7BAA-2548-4EE0-9D76248F79B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300448" y="30584267"/>
            <a:ext cx="9290304" cy="180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8352</TotalTime>
  <Words>908</Words>
  <Application>Microsoft Office PowerPoint</Application>
  <PresentationFormat>Custom</PresentationFormat>
  <Paragraphs>68</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Franklin Gothic Medium</vt:lpstr>
      <vt:lpstr>Tahoma</vt:lpstr>
      <vt:lpstr>Times New Roman</vt:lpstr>
      <vt:lpstr>Office Theme</vt:lpstr>
      <vt:lpstr>PowerPoint Presentation</vt:lpstr>
    </vt:vector>
  </TitlesOfParts>
  <Company>Graphicland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for designing a research poster</dc:title>
  <dc:subject>Example Of A Sample Research Poster</dc:subject>
  <dc:creator>Graphicsland/MakeSigns.com</dc:creator>
  <cp:keywords>scientific, research, template, custom, poster, presentation, symposium, printing, PowerPoint, create, design, example, sample, download</cp:keywords>
  <dc:description>Download our scientific poster templates at no cost to you and get one step closer to making a great research poster.</dc:description>
  <cp:lastModifiedBy>Rohith Chakinarapu</cp:lastModifiedBy>
  <cp:revision>118</cp:revision>
  <dcterms:created xsi:type="dcterms:W3CDTF">2009-09-18T14:41:34Z</dcterms:created>
  <dcterms:modified xsi:type="dcterms:W3CDTF">2025-11-20T20:55:35Z</dcterms:modified>
  <cp:category>science research poster</cp:category>
</cp:coreProperties>
</file>